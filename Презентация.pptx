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809" r:id="rId3"/>
    <p:sldId id="259" r:id="rId4"/>
    <p:sldId id="260" r:id="rId5"/>
    <p:sldId id="261" r:id="rId6"/>
    <p:sldId id="262" r:id="rId7"/>
    <p:sldId id="3810" r:id="rId8"/>
    <p:sldId id="264" r:id="rId9"/>
    <p:sldId id="3811" r:id="rId10"/>
    <p:sldId id="268" r:id="rId11"/>
    <p:sldId id="269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7628D7C-D980-4804-B2C1-D2BD409D7C62}">
          <p14:sldIdLst>
            <p14:sldId id="256"/>
            <p14:sldId id="3809"/>
            <p14:sldId id="259"/>
            <p14:sldId id="260"/>
            <p14:sldId id="261"/>
            <p14:sldId id="262"/>
            <p14:sldId id="3810"/>
            <p14:sldId id="264"/>
            <p14:sldId id="3811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Никита Кочкин" initials="НК" lastIdx="1" clrIdx="0">
    <p:extLst>
      <p:ext uri="{19B8F6BF-5375-455C-9EA6-DF929625EA0E}">
        <p15:presenceInfo xmlns:p15="http://schemas.microsoft.com/office/powerpoint/2012/main" userId="8189fbbda422bb8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334B4E-01D1-45B5-8DEF-032666224E25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829F7609-A788-49FD-AEB7-0D408586DED6}">
      <dgm:prSet phldr="0"/>
      <dgm:spPr/>
      <dgm:t>
        <a:bodyPr/>
        <a:lstStyle/>
        <a:p>
          <a:pPr rtl="0"/>
          <a:r>
            <a:rPr lang="ru-RU" dirty="0">
              <a:latin typeface="+mn-lt"/>
              <a:ea typeface="+mn-lt"/>
              <a:cs typeface="+mn-lt"/>
            </a:rPr>
            <a:t>Оценка работы моделей</a:t>
          </a:r>
          <a:endParaRPr lang="ru-RU" dirty="0"/>
        </a:p>
      </dgm:t>
    </dgm:pt>
    <dgm:pt modelId="{9DFD9753-5A48-4311-A5CC-C0861402D993}" type="parTrans" cxnId="{07FAFB3E-520B-45E1-902B-F0A8AAB1DFEB}">
      <dgm:prSet/>
      <dgm:spPr/>
    </dgm:pt>
    <dgm:pt modelId="{503A4466-6259-4650-BF26-5096C68BB4F5}" type="sibTrans" cxnId="{07FAFB3E-520B-45E1-902B-F0A8AAB1DFEB}">
      <dgm:prSet/>
      <dgm:spPr/>
    </dgm:pt>
    <dgm:pt modelId="{31AC9106-1DB0-4AD5-837D-E32E8B0206D9}">
      <dgm:prSet phldr="0"/>
      <dgm:spPr/>
      <dgm:t>
        <a:bodyPr/>
        <a:lstStyle/>
        <a:p>
          <a:pPr rtl="0"/>
          <a:r>
            <a:rPr lang="ru-RU" dirty="0">
              <a:latin typeface="+mn-lt"/>
              <a:ea typeface="+mn-lt"/>
              <a:cs typeface="+mn-lt"/>
            </a:rPr>
            <a:t>Работа с данными</a:t>
          </a:r>
        </a:p>
      </dgm:t>
    </dgm:pt>
    <dgm:pt modelId="{9E125D56-AE7C-4655-93EC-8DD24C6950CE}" type="parTrans" cxnId="{460AE60E-2960-4059-84CC-4298317E6EBC}">
      <dgm:prSet/>
      <dgm:spPr/>
    </dgm:pt>
    <dgm:pt modelId="{E7C6D0E8-0AAC-4706-B997-F2DB3AF69A0D}" type="sibTrans" cxnId="{460AE60E-2960-4059-84CC-4298317E6EBC}">
      <dgm:prSet/>
      <dgm:spPr/>
    </dgm:pt>
    <dgm:pt modelId="{9897EFD9-6AA2-4967-A624-AAA55DD21410}">
      <dgm:prSet phldr="0"/>
      <dgm:spPr/>
      <dgm:t>
        <a:bodyPr/>
        <a:lstStyle/>
        <a:p>
          <a:pPr rtl="0"/>
          <a:r>
            <a:rPr lang="ru-RU" dirty="0">
              <a:latin typeface="+mn-lt"/>
              <a:ea typeface="+mn-lt"/>
              <a:cs typeface="+mn-lt"/>
            </a:rPr>
            <a:t>Оценка классов </a:t>
          </a:r>
          <a:endParaRPr lang="ru-RU" dirty="0"/>
        </a:p>
      </dgm:t>
    </dgm:pt>
    <dgm:pt modelId="{B3587F5C-DA75-448F-B826-8E15AEEBEB86}" type="parTrans" cxnId="{35D89FBC-D7C5-4985-A23B-D3DC110D9E70}">
      <dgm:prSet/>
      <dgm:spPr/>
    </dgm:pt>
    <dgm:pt modelId="{46D59147-F6A9-41A9-ABB9-FBC57A42936F}" type="sibTrans" cxnId="{35D89FBC-D7C5-4985-A23B-D3DC110D9E70}">
      <dgm:prSet/>
      <dgm:spPr/>
    </dgm:pt>
    <dgm:pt modelId="{F6227D6C-B9DD-4EE1-ACD8-48C9C49DECFE}">
      <dgm:prSet phldr="0"/>
      <dgm:spPr/>
      <dgm:t>
        <a:bodyPr/>
        <a:lstStyle/>
        <a:p>
          <a:pPr rtl="0"/>
          <a:r>
            <a:rPr lang="ru-RU" dirty="0">
              <a:latin typeface="+mn-lt"/>
              <a:ea typeface="+mn-lt"/>
              <a:cs typeface="+mn-lt"/>
            </a:rPr>
            <a:t>Очистка и подготовка данных</a:t>
          </a:r>
          <a:endParaRPr lang="ru-RU" dirty="0"/>
        </a:p>
      </dgm:t>
    </dgm:pt>
    <dgm:pt modelId="{EFD209F3-2353-4F01-B165-67841716F8A7}" type="parTrans" cxnId="{1CBEEEA0-BBCB-4950-A0F9-6894A9B6CF94}">
      <dgm:prSet/>
      <dgm:spPr/>
    </dgm:pt>
    <dgm:pt modelId="{7DF958F8-EE4D-4641-8D35-25198F13D69A}" type="sibTrans" cxnId="{1CBEEEA0-BBCB-4950-A0F9-6894A9B6CF94}">
      <dgm:prSet/>
      <dgm:spPr/>
    </dgm:pt>
    <dgm:pt modelId="{43A79D08-F93F-4501-8F37-34060E9C70C5}">
      <dgm:prSet phldr="0"/>
      <dgm:spPr/>
      <dgm:t>
        <a:bodyPr/>
        <a:lstStyle/>
        <a:p>
          <a:pPr rtl="0"/>
          <a:r>
            <a:rPr lang="ru-RU" dirty="0">
              <a:latin typeface="+mn-lt"/>
              <a:ea typeface="+mn-lt"/>
              <a:cs typeface="+mn-lt"/>
            </a:rPr>
            <a:t>Работа с моделями</a:t>
          </a:r>
          <a:endParaRPr lang="ru-RU" dirty="0"/>
        </a:p>
      </dgm:t>
    </dgm:pt>
    <dgm:pt modelId="{CD5A2460-BB7F-49E8-9C82-E0866B1B4E32}" type="parTrans" cxnId="{26D5D9DD-7FF5-4FCA-9C65-9E6C9BBE34D3}">
      <dgm:prSet/>
      <dgm:spPr/>
    </dgm:pt>
    <dgm:pt modelId="{90485325-34B4-4E87-B004-76B422CA27C0}" type="sibTrans" cxnId="{26D5D9DD-7FF5-4FCA-9C65-9E6C9BBE34D3}">
      <dgm:prSet/>
      <dgm:spPr/>
    </dgm:pt>
    <dgm:pt modelId="{A195C863-EDFE-4B08-A0BA-4BA28CFAA159}" type="pres">
      <dgm:prSet presAssocID="{75334B4E-01D1-45B5-8DEF-032666224E25}" presName="linear" presStyleCnt="0">
        <dgm:presLayoutVars>
          <dgm:animLvl val="lvl"/>
          <dgm:resizeHandles val="exact"/>
        </dgm:presLayoutVars>
      </dgm:prSet>
      <dgm:spPr/>
    </dgm:pt>
    <dgm:pt modelId="{22658FD4-90A0-47FA-B930-38707D4C4B33}" type="pres">
      <dgm:prSet presAssocID="{31AC9106-1DB0-4AD5-837D-E32E8B0206D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F81E17C-F4AB-4DB9-9DB3-8377CD517928}" type="pres">
      <dgm:prSet presAssocID="{E7C6D0E8-0AAC-4706-B997-F2DB3AF69A0D}" presName="spacer" presStyleCnt="0"/>
      <dgm:spPr/>
    </dgm:pt>
    <dgm:pt modelId="{8E8881EB-281D-4EED-BA08-4B12FAEBC996}" type="pres">
      <dgm:prSet presAssocID="{9897EFD9-6AA2-4967-A624-AAA55DD2141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DB19F0C-EA2E-4064-9DDF-161D184D0052}" type="pres">
      <dgm:prSet presAssocID="{46D59147-F6A9-41A9-ABB9-FBC57A42936F}" presName="spacer" presStyleCnt="0"/>
      <dgm:spPr/>
    </dgm:pt>
    <dgm:pt modelId="{D025A9B3-403B-4872-8341-292D94630E33}" type="pres">
      <dgm:prSet presAssocID="{F6227D6C-B9DD-4EE1-ACD8-48C9C49DECF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4D3DE8A-B171-4648-86EB-455329D0E37B}" type="pres">
      <dgm:prSet presAssocID="{7DF958F8-EE4D-4641-8D35-25198F13D69A}" presName="spacer" presStyleCnt="0"/>
      <dgm:spPr/>
    </dgm:pt>
    <dgm:pt modelId="{6D7621CF-6B0B-485D-A715-95CB59095283}" type="pres">
      <dgm:prSet presAssocID="{43A79D08-F93F-4501-8F37-34060E9C70C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02D87A0-A9A4-4F1A-BDCA-25B5A87FD364}" type="pres">
      <dgm:prSet presAssocID="{90485325-34B4-4E87-B004-76B422CA27C0}" presName="spacer" presStyleCnt="0"/>
      <dgm:spPr/>
    </dgm:pt>
    <dgm:pt modelId="{78005481-671C-4C4E-AEA6-AAF0DD6570F8}" type="pres">
      <dgm:prSet presAssocID="{829F7609-A788-49FD-AEB7-0D408586DED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1CA6207-EF38-4BD0-8877-9A5042EEE504}" type="presOf" srcId="{9897EFD9-6AA2-4967-A624-AAA55DD21410}" destId="{8E8881EB-281D-4EED-BA08-4B12FAEBC996}" srcOrd="0" destOrd="0" presId="urn:microsoft.com/office/officeart/2005/8/layout/vList2"/>
    <dgm:cxn modelId="{460AE60E-2960-4059-84CC-4298317E6EBC}" srcId="{75334B4E-01D1-45B5-8DEF-032666224E25}" destId="{31AC9106-1DB0-4AD5-837D-E32E8B0206D9}" srcOrd="0" destOrd="0" parTransId="{9E125D56-AE7C-4655-93EC-8DD24C6950CE}" sibTransId="{E7C6D0E8-0AAC-4706-B997-F2DB3AF69A0D}"/>
    <dgm:cxn modelId="{7EBCD322-5489-47C0-B734-76FE13ACF918}" type="presOf" srcId="{75334B4E-01D1-45B5-8DEF-032666224E25}" destId="{A195C863-EDFE-4B08-A0BA-4BA28CFAA159}" srcOrd="0" destOrd="0" presId="urn:microsoft.com/office/officeart/2005/8/layout/vList2"/>
    <dgm:cxn modelId="{07FAFB3E-520B-45E1-902B-F0A8AAB1DFEB}" srcId="{75334B4E-01D1-45B5-8DEF-032666224E25}" destId="{829F7609-A788-49FD-AEB7-0D408586DED6}" srcOrd="4" destOrd="0" parTransId="{9DFD9753-5A48-4311-A5CC-C0861402D993}" sibTransId="{503A4466-6259-4650-BF26-5096C68BB4F5}"/>
    <dgm:cxn modelId="{1CBEEEA0-BBCB-4950-A0F9-6894A9B6CF94}" srcId="{75334B4E-01D1-45B5-8DEF-032666224E25}" destId="{F6227D6C-B9DD-4EE1-ACD8-48C9C49DECFE}" srcOrd="2" destOrd="0" parTransId="{EFD209F3-2353-4F01-B165-67841716F8A7}" sibTransId="{7DF958F8-EE4D-4641-8D35-25198F13D69A}"/>
    <dgm:cxn modelId="{35D89FBC-D7C5-4985-A23B-D3DC110D9E70}" srcId="{75334B4E-01D1-45B5-8DEF-032666224E25}" destId="{9897EFD9-6AA2-4967-A624-AAA55DD21410}" srcOrd="1" destOrd="0" parTransId="{B3587F5C-DA75-448F-B826-8E15AEEBEB86}" sibTransId="{46D59147-F6A9-41A9-ABB9-FBC57A42936F}"/>
    <dgm:cxn modelId="{D596D2C9-79D1-4C01-A83F-02A9BC3751F8}" type="presOf" srcId="{F6227D6C-B9DD-4EE1-ACD8-48C9C49DECFE}" destId="{D025A9B3-403B-4872-8341-292D94630E33}" srcOrd="0" destOrd="0" presId="urn:microsoft.com/office/officeart/2005/8/layout/vList2"/>
    <dgm:cxn modelId="{C80FCED0-A8DC-4565-BC8B-8BD6CB4F0434}" type="presOf" srcId="{43A79D08-F93F-4501-8F37-34060E9C70C5}" destId="{6D7621CF-6B0B-485D-A715-95CB59095283}" srcOrd="0" destOrd="0" presId="urn:microsoft.com/office/officeart/2005/8/layout/vList2"/>
    <dgm:cxn modelId="{26D5D9DD-7FF5-4FCA-9C65-9E6C9BBE34D3}" srcId="{75334B4E-01D1-45B5-8DEF-032666224E25}" destId="{43A79D08-F93F-4501-8F37-34060E9C70C5}" srcOrd="3" destOrd="0" parTransId="{CD5A2460-BB7F-49E8-9C82-E0866B1B4E32}" sibTransId="{90485325-34B4-4E87-B004-76B422CA27C0}"/>
    <dgm:cxn modelId="{8F41CEEE-4AB3-47B3-BCC9-EB2D702BE3B6}" type="presOf" srcId="{829F7609-A788-49FD-AEB7-0D408586DED6}" destId="{78005481-671C-4C4E-AEA6-AAF0DD6570F8}" srcOrd="0" destOrd="0" presId="urn:microsoft.com/office/officeart/2005/8/layout/vList2"/>
    <dgm:cxn modelId="{6F67A4F9-9E44-4CC8-8AAE-0F6B0A1C805F}" type="presOf" srcId="{31AC9106-1DB0-4AD5-837D-E32E8B0206D9}" destId="{22658FD4-90A0-47FA-B930-38707D4C4B33}" srcOrd="0" destOrd="0" presId="urn:microsoft.com/office/officeart/2005/8/layout/vList2"/>
    <dgm:cxn modelId="{C235CCA3-A0F5-44E4-877C-094278B2E8AD}" type="presParOf" srcId="{A195C863-EDFE-4B08-A0BA-4BA28CFAA159}" destId="{22658FD4-90A0-47FA-B930-38707D4C4B33}" srcOrd="0" destOrd="0" presId="urn:microsoft.com/office/officeart/2005/8/layout/vList2"/>
    <dgm:cxn modelId="{B921661A-9736-426F-9097-2F9CA7CB596F}" type="presParOf" srcId="{A195C863-EDFE-4B08-A0BA-4BA28CFAA159}" destId="{4F81E17C-F4AB-4DB9-9DB3-8377CD517928}" srcOrd="1" destOrd="0" presId="urn:microsoft.com/office/officeart/2005/8/layout/vList2"/>
    <dgm:cxn modelId="{18E73E43-3719-4FAD-B878-FE506BA40708}" type="presParOf" srcId="{A195C863-EDFE-4B08-A0BA-4BA28CFAA159}" destId="{8E8881EB-281D-4EED-BA08-4B12FAEBC996}" srcOrd="2" destOrd="0" presId="urn:microsoft.com/office/officeart/2005/8/layout/vList2"/>
    <dgm:cxn modelId="{976D46E8-8CB0-4C85-81BC-C192AF47891C}" type="presParOf" srcId="{A195C863-EDFE-4B08-A0BA-4BA28CFAA159}" destId="{CDB19F0C-EA2E-4064-9DDF-161D184D0052}" srcOrd="3" destOrd="0" presId="urn:microsoft.com/office/officeart/2005/8/layout/vList2"/>
    <dgm:cxn modelId="{9E0D74B3-AA17-4BFD-8181-99AE4B565D5F}" type="presParOf" srcId="{A195C863-EDFE-4B08-A0BA-4BA28CFAA159}" destId="{D025A9B3-403B-4872-8341-292D94630E33}" srcOrd="4" destOrd="0" presId="urn:microsoft.com/office/officeart/2005/8/layout/vList2"/>
    <dgm:cxn modelId="{7B253C3D-BD69-44B2-A463-CEAD11CB7666}" type="presParOf" srcId="{A195C863-EDFE-4B08-A0BA-4BA28CFAA159}" destId="{74D3DE8A-B171-4648-86EB-455329D0E37B}" srcOrd="5" destOrd="0" presId="urn:microsoft.com/office/officeart/2005/8/layout/vList2"/>
    <dgm:cxn modelId="{C760F8C0-3BDB-4AAD-A898-EC1C577D262B}" type="presParOf" srcId="{A195C863-EDFE-4B08-A0BA-4BA28CFAA159}" destId="{6D7621CF-6B0B-485D-A715-95CB59095283}" srcOrd="6" destOrd="0" presId="urn:microsoft.com/office/officeart/2005/8/layout/vList2"/>
    <dgm:cxn modelId="{8ACB132A-8223-4C57-A551-8C0197AF1882}" type="presParOf" srcId="{A195C863-EDFE-4B08-A0BA-4BA28CFAA159}" destId="{B02D87A0-A9A4-4F1A-BDCA-25B5A87FD364}" srcOrd="7" destOrd="0" presId="urn:microsoft.com/office/officeart/2005/8/layout/vList2"/>
    <dgm:cxn modelId="{6DE6ACE2-10A7-4B17-93C2-0C799F9FA267}" type="presParOf" srcId="{A195C863-EDFE-4B08-A0BA-4BA28CFAA159}" destId="{78005481-671C-4C4E-AEA6-AAF0DD6570F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334B4E-01D1-45B5-8DEF-032666224E25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31AC9106-1DB0-4AD5-837D-E32E8B0206D9}">
      <dgm:prSet phldr="0"/>
      <dgm:spPr/>
      <dgm:t>
        <a:bodyPr/>
        <a:lstStyle/>
        <a:p>
          <a:pPr rtl="0"/>
          <a:r>
            <a:rPr lang="ru-RU" dirty="0">
              <a:latin typeface="+mn-lt"/>
              <a:ea typeface="+mn-lt"/>
              <a:cs typeface="+mn-lt"/>
            </a:rPr>
            <a:t>Мы удаляем лишние пробелы</a:t>
          </a:r>
        </a:p>
      </dgm:t>
    </dgm:pt>
    <dgm:pt modelId="{9E125D56-AE7C-4655-93EC-8DD24C6950CE}" type="parTrans" cxnId="{460AE60E-2960-4059-84CC-4298317E6EBC}">
      <dgm:prSet/>
      <dgm:spPr/>
    </dgm:pt>
    <dgm:pt modelId="{E7C6D0E8-0AAC-4706-B997-F2DB3AF69A0D}" type="sibTrans" cxnId="{460AE60E-2960-4059-84CC-4298317E6EBC}">
      <dgm:prSet/>
      <dgm:spPr/>
    </dgm:pt>
    <dgm:pt modelId="{45D39593-2611-4FC6-99A5-E8ACE9A7694F}">
      <dgm:prSet phldr="0"/>
      <dgm:spPr/>
      <dgm:t>
        <a:bodyPr/>
        <a:lstStyle/>
        <a:p>
          <a:pPr rtl="0"/>
          <a:r>
            <a:rPr lang="ru-RU" b="0" dirty="0">
              <a:latin typeface="+mn-lt"/>
              <a:ea typeface="+mn-lt"/>
              <a:cs typeface="+mn-lt"/>
            </a:rPr>
            <a:t>Делаем деление на обучающую и тестовую выборки применяя </a:t>
          </a:r>
          <a:r>
            <a:rPr lang="ru-RU" b="0" dirty="0" err="1">
              <a:latin typeface="+mn-lt"/>
              <a:ea typeface="+mn-lt"/>
              <a:cs typeface="+mn-lt"/>
            </a:rPr>
            <a:t>Stratified</a:t>
          </a:r>
        </a:p>
      </dgm:t>
    </dgm:pt>
    <dgm:pt modelId="{F248E07A-14A5-410F-B194-2E21B9BDA007}" type="parTrans" cxnId="{8EB69E3C-9E1C-4406-A270-CA0342A62A4D}">
      <dgm:prSet/>
      <dgm:spPr/>
    </dgm:pt>
    <dgm:pt modelId="{EE5D88F4-8BAB-4DA0-8DB2-15FC4D3789B6}" type="sibTrans" cxnId="{8EB69E3C-9E1C-4406-A270-CA0342A62A4D}">
      <dgm:prSet/>
      <dgm:spPr/>
    </dgm:pt>
    <dgm:pt modelId="{A195C863-EDFE-4B08-A0BA-4BA28CFAA159}" type="pres">
      <dgm:prSet presAssocID="{75334B4E-01D1-45B5-8DEF-032666224E25}" presName="linear" presStyleCnt="0">
        <dgm:presLayoutVars>
          <dgm:animLvl val="lvl"/>
          <dgm:resizeHandles val="exact"/>
        </dgm:presLayoutVars>
      </dgm:prSet>
      <dgm:spPr/>
    </dgm:pt>
    <dgm:pt modelId="{22658FD4-90A0-47FA-B930-38707D4C4B33}" type="pres">
      <dgm:prSet presAssocID="{31AC9106-1DB0-4AD5-837D-E32E8B0206D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82AFD33-0ED8-42D1-9139-6CA70B9430A2}" type="pres">
      <dgm:prSet presAssocID="{E7C6D0E8-0AAC-4706-B997-F2DB3AF69A0D}" presName="spacer" presStyleCnt="0"/>
      <dgm:spPr/>
    </dgm:pt>
    <dgm:pt modelId="{4BB515FE-310C-4FDC-9309-165E13407C74}" type="pres">
      <dgm:prSet presAssocID="{45D39593-2611-4FC6-99A5-E8ACE9A7694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60AE60E-2960-4059-84CC-4298317E6EBC}" srcId="{75334B4E-01D1-45B5-8DEF-032666224E25}" destId="{31AC9106-1DB0-4AD5-837D-E32E8B0206D9}" srcOrd="0" destOrd="0" parTransId="{9E125D56-AE7C-4655-93EC-8DD24C6950CE}" sibTransId="{E7C6D0E8-0AAC-4706-B997-F2DB3AF69A0D}"/>
    <dgm:cxn modelId="{7EBCD322-5489-47C0-B734-76FE13ACF918}" type="presOf" srcId="{75334B4E-01D1-45B5-8DEF-032666224E25}" destId="{A195C863-EDFE-4B08-A0BA-4BA28CFAA159}" srcOrd="0" destOrd="0" presId="urn:microsoft.com/office/officeart/2005/8/layout/vList2"/>
    <dgm:cxn modelId="{5A460723-EB24-4B36-A348-C5118FD257F3}" type="presOf" srcId="{45D39593-2611-4FC6-99A5-E8ACE9A7694F}" destId="{4BB515FE-310C-4FDC-9309-165E13407C74}" srcOrd="0" destOrd="0" presId="urn:microsoft.com/office/officeart/2005/8/layout/vList2"/>
    <dgm:cxn modelId="{B0963531-522D-4231-B67B-EB2C2D3DCBCC}" type="presOf" srcId="{31AC9106-1DB0-4AD5-837D-E32E8B0206D9}" destId="{22658FD4-90A0-47FA-B930-38707D4C4B33}" srcOrd="0" destOrd="0" presId="urn:microsoft.com/office/officeart/2005/8/layout/vList2"/>
    <dgm:cxn modelId="{8EB69E3C-9E1C-4406-A270-CA0342A62A4D}" srcId="{75334B4E-01D1-45B5-8DEF-032666224E25}" destId="{45D39593-2611-4FC6-99A5-E8ACE9A7694F}" srcOrd="1" destOrd="0" parTransId="{F248E07A-14A5-410F-B194-2E21B9BDA007}" sibTransId="{EE5D88F4-8BAB-4DA0-8DB2-15FC4D3789B6}"/>
    <dgm:cxn modelId="{9C7C9297-6F3C-4989-98DD-10FC0732FCEB}" type="presParOf" srcId="{A195C863-EDFE-4B08-A0BA-4BA28CFAA159}" destId="{22658FD4-90A0-47FA-B930-38707D4C4B33}" srcOrd="0" destOrd="0" presId="urn:microsoft.com/office/officeart/2005/8/layout/vList2"/>
    <dgm:cxn modelId="{2CD00A5E-F776-484F-8E5C-EB37CA9EA5AD}" type="presParOf" srcId="{A195C863-EDFE-4B08-A0BA-4BA28CFAA159}" destId="{082AFD33-0ED8-42D1-9139-6CA70B9430A2}" srcOrd="1" destOrd="0" presId="urn:microsoft.com/office/officeart/2005/8/layout/vList2"/>
    <dgm:cxn modelId="{2A16CAB8-BEDD-4461-B524-3D1235B34FC6}" type="presParOf" srcId="{A195C863-EDFE-4B08-A0BA-4BA28CFAA159}" destId="{4BB515FE-310C-4FDC-9309-165E13407C7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334B4E-01D1-45B5-8DEF-032666224E25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ru-RU"/>
        </a:p>
      </dgm:t>
    </dgm:pt>
    <dgm:pt modelId="{829F7609-A788-49FD-AEB7-0D408586DED6}">
      <dgm:prSet phldr="0"/>
      <dgm:spPr/>
      <dgm:t>
        <a:bodyPr/>
        <a:lstStyle/>
        <a:p>
          <a:pPr rtl="0"/>
          <a:r>
            <a:rPr lang="ru-RU" dirty="0">
              <a:latin typeface="+mn-lt"/>
              <a:ea typeface="+mn-lt"/>
              <a:cs typeface="+mn-lt"/>
            </a:rPr>
            <a:t>Модель </a:t>
          </a:r>
          <a:r>
            <a:rPr lang="ru-RU" dirty="0">
              <a:latin typeface="Calibri"/>
              <a:ea typeface="Calibri"/>
              <a:cs typeface="Calibri"/>
            </a:rPr>
            <a:t>-&gt; Предсказание</a:t>
          </a:r>
        </a:p>
      </dgm:t>
    </dgm:pt>
    <dgm:pt modelId="{9DFD9753-5A48-4311-A5CC-C0861402D993}" type="parTrans" cxnId="{07FAFB3E-520B-45E1-902B-F0A8AAB1DFEB}">
      <dgm:prSet/>
      <dgm:spPr/>
    </dgm:pt>
    <dgm:pt modelId="{503A4466-6259-4650-BF26-5096C68BB4F5}" type="sibTrans" cxnId="{07FAFB3E-520B-45E1-902B-F0A8AAB1DFEB}">
      <dgm:prSet/>
      <dgm:spPr/>
    </dgm:pt>
    <dgm:pt modelId="{31AC9106-1DB0-4AD5-837D-E32E8B0206D9}">
      <dgm:prSet phldr="0"/>
      <dgm:spPr/>
      <dgm:t>
        <a:bodyPr/>
        <a:lstStyle/>
        <a:p>
          <a:pPr rtl="0"/>
          <a:r>
            <a:rPr lang="ru-RU" dirty="0">
              <a:latin typeface="+mn-lt"/>
              <a:ea typeface="+mn-lt"/>
              <a:cs typeface="+mn-lt"/>
            </a:rPr>
            <a:t>Текст -&gt; Токенизация </a:t>
          </a:r>
        </a:p>
      </dgm:t>
    </dgm:pt>
    <dgm:pt modelId="{9E125D56-AE7C-4655-93EC-8DD24C6950CE}" type="parTrans" cxnId="{460AE60E-2960-4059-84CC-4298317E6EBC}">
      <dgm:prSet/>
      <dgm:spPr/>
    </dgm:pt>
    <dgm:pt modelId="{E7C6D0E8-0AAC-4706-B997-F2DB3AF69A0D}" type="sibTrans" cxnId="{460AE60E-2960-4059-84CC-4298317E6EBC}">
      <dgm:prSet/>
      <dgm:spPr/>
    </dgm:pt>
    <dgm:pt modelId="{F6227D6C-B9DD-4EE1-ACD8-48C9C49DECFE}">
      <dgm:prSet phldr="0"/>
      <dgm:spPr/>
      <dgm:t>
        <a:bodyPr/>
        <a:lstStyle/>
        <a:p>
          <a:pPr rtl="0"/>
          <a:r>
            <a:rPr lang="ru-RU" dirty="0">
              <a:latin typeface="+mn-lt"/>
              <a:ea typeface="+mn-lt"/>
              <a:cs typeface="+mn-lt"/>
            </a:rPr>
            <a:t>Токены -&gt; Датасет</a:t>
          </a:r>
        </a:p>
      </dgm:t>
    </dgm:pt>
    <dgm:pt modelId="{EFD209F3-2353-4F01-B165-67841716F8A7}" type="parTrans" cxnId="{1CBEEEA0-BBCB-4950-A0F9-6894A9B6CF94}">
      <dgm:prSet/>
      <dgm:spPr/>
    </dgm:pt>
    <dgm:pt modelId="{7DF958F8-EE4D-4641-8D35-25198F13D69A}" type="sibTrans" cxnId="{1CBEEEA0-BBCB-4950-A0F9-6894A9B6CF94}">
      <dgm:prSet/>
      <dgm:spPr/>
    </dgm:pt>
    <dgm:pt modelId="{43A79D08-F93F-4501-8F37-34060E9C70C5}">
      <dgm:prSet phldr="0"/>
      <dgm:spPr/>
      <dgm:t>
        <a:bodyPr/>
        <a:lstStyle/>
        <a:p>
          <a:pPr rtl="0"/>
          <a:r>
            <a:rPr lang="ru-RU" dirty="0">
              <a:latin typeface="Calibri"/>
              <a:ea typeface="Calibri"/>
              <a:cs typeface="Calibri"/>
            </a:rPr>
            <a:t>Датасет -&gt; Обучение</a:t>
          </a:r>
          <a:endParaRPr lang="ru-RU" dirty="0">
            <a:latin typeface="+mn-lt"/>
            <a:ea typeface="+mn-lt"/>
            <a:cs typeface="+mn-lt"/>
          </a:endParaRPr>
        </a:p>
      </dgm:t>
    </dgm:pt>
    <dgm:pt modelId="{CD5A2460-BB7F-49E8-9C82-E0866B1B4E32}" type="parTrans" cxnId="{26D5D9DD-7FF5-4FCA-9C65-9E6C9BBE34D3}">
      <dgm:prSet/>
      <dgm:spPr/>
    </dgm:pt>
    <dgm:pt modelId="{90485325-34B4-4E87-B004-76B422CA27C0}" type="sibTrans" cxnId="{26D5D9DD-7FF5-4FCA-9C65-9E6C9BBE34D3}">
      <dgm:prSet/>
      <dgm:spPr/>
    </dgm:pt>
    <dgm:pt modelId="{07EB24DA-F8AE-4E31-916B-76CF2FB1BD59}">
      <dgm:prSet phldr="0"/>
      <dgm:spPr/>
      <dgm:t>
        <a:bodyPr/>
        <a:lstStyle/>
        <a:p>
          <a:pPr rtl="0"/>
          <a:r>
            <a:rPr lang="ru-RU" dirty="0">
              <a:latin typeface="Calibri"/>
              <a:ea typeface="Calibri"/>
              <a:cs typeface="Calibri"/>
            </a:rPr>
            <a:t>Метрики -&gt; Анализ</a:t>
          </a:r>
        </a:p>
      </dgm:t>
    </dgm:pt>
    <dgm:pt modelId="{50594992-AEFA-4A6A-A808-2233FE99109B}" type="parTrans" cxnId="{D9C000AD-B4AD-4535-A35F-4618D0E5657F}">
      <dgm:prSet/>
      <dgm:spPr/>
    </dgm:pt>
    <dgm:pt modelId="{00F8A0FA-F819-48FF-818A-CCB255575BAD}" type="sibTrans" cxnId="{D9C000AD-B4AD-4535-A35F-4618D0E5657F}">
      <dgm:prSet/>
      <dgm:spPr/>
    </dgm:pt>
    <dgm:pt modelId="{A195C863-EDFE-4B08-A0BA-4BA28CFAA159}" type="pres">
      <dgm:prSet presAssocID="{75334B4E-01D1-45B5-8DEF-032666224E25}" presName="linear" presStyleCnt="0">
        <dgm:presLayoutVars>
          <dgm:animLvl val="lvl"/>
          <dgm:resizeHandles val="exact"/>
        </dgm:presLayoutVars>
      </dgm:prSet>
      <dgm:spPr/>
    </dgm:pt>
    <dgm:pt modelId="{22658FD4-90A0-47FA-B930-38707D4C4B33}" type="pres">
      <dgm:prSet presAssocID="{31AC9106-1DB0-4AD5-837D-E32E8B0206D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F81E17C-F4AB-4DB9-9DB3-8377CD517928}" type="pres">
      <dgm:prSet presAssocID="{E7C6D0E8-0AAC-4706-B997-F2DB3AF69A0D}" presName="spacer" presStyleCnt="0"/>
      <dgm:spPr/>
    </dgm:pt>
    <dgm:pt modelId="{D025A9B3-403B-4872-8341-292D94630E33}" type="pres">
      <dgm:prSet presAssocID="{F6227D6C-B9DD-4EE1-ACD8-48C9C49DECF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4D3DE8A-B171-4648-86EB-455329D0E37B}" type="pres">
      <dgm:prSet presAssocID="{7DF958F8-EE4D-4641-8D35-25198F13D69A}" presName="spacer" presStyleCnt="0"/>
      <dgm:spPr/>
    </dgm:pt>
    <dgm:pt modelId="{6D7621CF-6B0B-485D-A715-95CB59095283}" type="pres">
      <dgm:prSet presAssocID="{43A79D08-F93F-4501-8F37-34060E9C70C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02D87A0-A9A4-4F1A-BDCA-25B5A87FD364}" type="pres">
      <dgm:prSet presAssocID="{90485325-34B4-4E87-B004-76B422CA27C0}" presName="spacer" presStyleCnt="0"/>
      <dgm:spPr/>
    </dgm:pt>
    <dgm:pt modelId="{78005481-671C-4C4E-AEA6-AAF0DD6570F8}" type="pres">
      <dgm:prSet presAssocID="{829F7609-A788-49FD-AEB7-0D408586DED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FD06EB9-3322-43E2-9590-58646E937959}" type="pres">
      <dgm:prSet presAssocID="{503A4466-6259-4650-BF26-5096C68BB4F5}" presName="spacer" presStyleCnt="0"/>
      <dgm:spPr/>
    </dgm:pt>
    <dgm:pt modelId="{06F1B5F0-8006-45DB-AF97-A6982E1A9F19}" type="pres">
      <dgm:prSet presAssocID="{07EB24DA-F8AE-4E31-916B-76CF2FB1BD59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60AE60E-2960-4059-84CC-4298317E6EBC}" srcId="{75334B4E-01D1-45B5-8DEF-032666224E25}" destId="{31AC9106-1DB0-4AD5-837D-E32E8B0206D9}" srcOrd="0" destOrd="0" parTransId="{9E125D56-AE7C-4655-93EC-8DD24C6950CE}" sibTransId="{E7C6D0E8-0AAC-4706-B997-F2DB3AF69A0D}"/>
    <dgm:cxn modelId="{191B5B1F-7FB4-47F0-8DCF-B76FE4A548A4}" type="presOf" srcId="{31AC9106-1DB0-4AD5-837D-E32E8B0206D9}" destId="{22658FD4-90A0-47FA-B930-38707D4C4B33}" srcOrd="0" destOrd="0" presId="urn:microsoft.com/office/officeart/2005/8/layout/vList2"/>
    <dgm:cxn modelId="{7EBCD322-5489-47C0-B734-76FE13ACF918}" type="presOf" srcId="{75334B4E-01D1-45B5-8DEF-032666224E25}" destId="{A195C863-EDFE-4B08-A0BA-4BA28CFAA159}" srcOrd="0" destOrd="0" presId="urn:microsoft.com/office/officeart/2005/8/layout/vList2"/>
    <dgm:cxn modelId="{07FAFB3E-520B-45E1-902B-F0A8AAB1DFEB}" srcId="{75334B4E-01D1-45B5-8DEF-032666224E25}" destId="{829F7609-A788-49FD-AEB7-0D408586DED6}" srcOrd="3" destOrd="0" parTransId="{9DFD9753-5A48-4311-A5CC-C0861402D993}" sibTransId="{503A4466-6259-4650-BF26-5096C68BB4F5}"/>
    <dgm:cxn modelId="{6F0E3B8A-7C1A-447B-B067-1CB613AEBF02}" type="presOf" srcId="{07EB24DA-F8AE-4E31-916B-76CF2FB1BD59}" destId="{06F1B5F0-8006-45DB-AF97-A6982E1A9F19}" srcOrd="0" destOrd="0" presId="urn:microsoft.com/office/officeart/2005/8/layout/vList2"/>
    <dgm:cxn modelId="{1CBEEEA0-BBCB-4950-A0F9-6894A9B6CF94}" srcId="{75334B4E-01D1-45B5-8DEF-032666224E25}" destId="{F6227D6C-B9DD-4EE1-ACD8-48C9C49DECFE}" srcOrd="1" destOrd="0" parTransId="{EFD209F3-2353-4F01-B165-67841716F8A7}" sibTransId="{7DF958F8-EE4D-4641-8D35-25198F13D69A}"/>
    <dgm:cxn modelId="{D9C000AD-B4AD-4535-A35F-4618D0E5657F}" srcId="{75334B4E-01D1-45B5-8DEF-032666224E25}" destId="{07EB24DA-F8AE-4E31-916B-76CF2FB1BD59}" srcOrd="4" destOrd="0" parTransId="{50594992-AEFA-4A6A-A808-2233FE99109B}" sibTransId="{00F8A0FA-F819-48FF-818A-CCB255575BAD}"/>
    <dgm:cxn modelId="{DF7FB5BB-92D4-4D90-BBC1-B6DDDCD468A8}" type="presOf" srcId="{F6227D6C-B9DD-4EE1-ACD8-48C9C49DECFE}" destId="{D025A9B3-403B-4872-8341-292D94630E33}" srcOrd="0" destOrd="0" presId="urn:microsoft.com/office/officeart/2005/8/layout/vList2"/>
    <dgm:cxn modelId="{E5D1C5C9-D206-4F27-AD1B-14B718736710}" type="presOf" srcId="{43A79D08-F93F-4501-8F37-34060E9C70C5}" destId="{6D7621CF-6B0B-485D-A715-95CB59095283}" srcOrd="0" destOrd="0" presId="urn:microsoft.com/office/officeart/2005/8/layout/vList2"/>
    <dgm:cxn modelId="{26D5D9DD-7FF5-4FCA-9C65-9E6C9BBE34D3}" srcId="{75334B4E-01D1-45B5-8DEF-032666224E25}" destId="{43A79D08-F93F-4501-8F37-34060E9C70C5}" srcOrd="2" destOrd="0" parTransId="{CD5A2460-BB7F-49E8-9C82-E0866B1B4E32}" sibTransId="{90485325-34B4-4E87-B004-76B422CA27C0}"/>
    <dgm:cxn modelId="{312403EB-FD68-4984-B36C-ABFD2C31F6CB}" type="presOf" srcId="{829F7609-A788-49FD-AEB7-0D408586DED6}" destId="{78005481-671C-4C4E-AEA6-AAF0DD6570F8}" srcOrd="0" destOrd="0" presId="urn:microsoft.com/office/officeart/2005/8/layout/vList2"/>
    <dgm:cxn modelId="{D4063596-F967-4CEA-9BEB-6767E8DD9F15}" type="presParOf" srcId="{A195C863-EDFE-4B08-A0BA-4BA28CFAA159}" destId="{22658FD4-90A0-47FA-B930-38707D4C4B33}" srcOrd="0" destOrd="0" presId="urn:microsoft.com/office/officeart/2005/8/layout/vList2"/>
    <dgm:cxn modelId="{03239AA5-D3B4-4A8C-BA2B-BED9D49C491C}" type="presParOf" srcId="{A195C863-EDFE-4B08-A0BA-4BA28CFAA159}" destId="{4F81E17C-F4AB-4DB9-9DB3-8377CD517928}" srcOrd="1" destOrd="0" presId="urn:microsoft.com/office/officeart/2005/8/layout/vList2"/>
    <dgm:cxn modelId="{7AE83E15-1606-43B4-901D-2CC75AFBD8C9}" type="presParOf" srcId="{A195C863-EDFE-4B08-A0BA-4BA28CFAA159}" destId="{D025A9B3-403B-4872-8341-292D94630E33}" srcOrd="2" destOrd="0" presId="urn:microsoft.com/office/officeart/2005/8/layout/vList2"/>
    <dgm:cxn modelId="{4A344E4E-E92B-4DAA-9284-265E22D51C20}" type="presParOf" srcId="{A195C863-EDFE-4B08-A0BA-4BA28CFAA159}" destId="{74D3DE8A-B171-4648-86EB-455329D0E37B}" srcOrd="3" destOrd="0" presId="urn:microsoft.com/office/officeart/2005/8/layout/vList2"/>
    <dgm:cxn modelId="{C0F30228-5E0D-456B-8D2D-7410AC27125A}" type="presParOf" srcId="{A195C863-EDFE-4B08-A0BA-4BA28CFAA159}" destId="{6D7621CF-6B0B-485D-A715-95CB59095283}" srcOrd="4" destOrd="0" presId="urn:microsoft.com/office/officeart/2005/8/layout/vList2"/>
    <dgm:cxn modelId="{C2C9691A-B163-4AC7-962A-8E4252C66CBC}" type="presParOf" srcId="{A195C863-EDFE-4B08-A0BA-4BA28CFAA159}" destId="{B02D87A0-A9A4-4F1A-BDCA-25B5A87FD364}" srcOrd="5" destOrd="0" presId="urn:microsoft.com/office/officeart/2005/8/layout/vList2"/>
    <dgm:cxn modelId="{05F22467-3D11-45B0-8DFC-A088B6E1CA2A}" type="presParOf" srcId="{A195C863-EDFE-4B08-A0BA-4BA28CFAA159}" destId="{78005481-671C-4C4E-AEA6-AAF0DD6570F8}" srcOrd="6" destOrd="0" presId="urn:microsoft.com/office/officeart/2005/8/layout/vList2"/>
    <dgm:cxn modelId="{37601536-8243-486F-B2EC-D8DC05E9804D}" type="presParOf" srcId="{A195C863-EDFE-4B08-A0BA-4BA28CFAA159}" destId="{8FD06EB9-3322-43E2-9590-58646E937959}" srcOrd="7" destOrd="0" presId="urn:microsoft.com/office/officeart/2005/8/layout/vList2"/>
    <dgm:cxn modelId="{A4596AD2-3C2E-432D-A0AA-BABC2A2CCE0F}" type="presParOf" srcId="{A195C863-EDFE-4B08-A0BA-4BA28CFAA159}" destId="{06F1B5F0-8006-45DB-AF97-A6982E1A9F1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658FD4-90A0-47FA-B930-38707D4C4B33}">
      <dsp:nvSpPr>
        <dsp:cNvPr id="0" name=""/>
        <dsp:cNvSpPr/>
      </dsp:nvSpPr>
      <dsp:spPr>
        <a:xfrm>
          <a:off x="0" y="23291"/>
          <a:ext cx="10326153" cy="8154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>
              <a:latin typeface="+mn-lt"/>
              <a:ea typeface="+mn-lt"/>
              <a:cs typeface="+mn-lt"/>
            </a:rPr>
            <a:t>Работа с данными</a:t>
          </a:r>
        </a:p>
      </dsp:txBody>
      <dsp:txXfrm>
        <a:off x="39809" y="63100"/>
        <a:ext cx="10246535" cy="735872"/>
      </dsp:txXfrm>
    </dsp:sp>
    <dsp:sp modelId="{8E8881EB-281D-4EED-BA08-4B12FAEBC996}">
      <dsp:nvSpPr>
        <dsp:cNvPr id="0" name=""/>
        <dsp:cNvSpPr/>
      </dsp:nvSpPr>
      <dsp:spPr>
        <a:xfrm>
          <a:off x="0" y="936701"/>
          <a:ext cx="10326153" cy="8154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>
              <a:latin typeface="+mn-lt"/>
              <a:ea typeface="+mn-lt"/>
              <a:cs typeface="+mn-lt"/>
            </a:rPr>
            <a:t>Оценка классов </a:t>
          </a:r>
          <a:endParaRPr lang="ru-RU" sz="3400" kern="1200" dirty="0"/>
        </a:p>
      </dsp:txBody>
      <dsp:txXfrm>
        <a:off x="39809" y="976510"/>
        <a:ext cx="10246535" cy="735872"/>
      </dsp:txXfrm>
    </dsp:sp>
    <dsp:sp modelId="{D025A9B3-403B-4872-8341-292D94630E33}">
      <dsp:nvSpPr>
        <dsp:cNvPr id="0" name=""/>
        <dsp:cNvSpPr/>
      </dsp:nvSpPr>
      <dsp:spPr>
        <a:xfrm>
          <a:off x="0" y="1850112"/>
          <a:ext cx="10326153" cy="8154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>
              <a:latin typeface="+mn-lt"/>
              <a:ea typeface="+mn-lt"/>
              <a:cs typeface="+mn-lt"/>
            </a:rPr>
            <a:t>Очистка и подготовка данных</a:t>
          </a:r>
          <a:endParaRPr lang="ru-RU" sz="3400" kern="1200" dirty="0"/>
        </a:p>
      </dsp:txBody>
      <dsp:txXfrm>
        <a:off x="39809" y="1889921"/>
        <a:ext cx="10246535" cy="735872"/>
      </dsp:txXfrm>
    </dsp:sp>
    <dsp:sp modelId="{6D7621CF-6B0B-485D-A715-95CB59095283}">
      <dsp:nvSpPr>
        <dsp:cNvPr id="0" name=""/>
        <dsp:cNvSpPr/>
      </dsp:nvSpPr>
      <dsp:spPr>
        <a:xfrm>
          <a:off x="0" y="2763522"/>
          <a:ext cx="10326153" cy="8154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>
              <a:latin typeface="+mn-lt"/>
              <a:ea typeface="+mn-lt"/>
              <a:cs typeface="+mn-lt"/>
            </a:rPr>
            <a:t>Работа с моделями</a:t>
          </a:r>
          <a:endParaRPr lang="ru-RU" sz="3400" kern="1200" dirty="0"/>
        </a:p>
      </dsp:txBody>
      <dsp:txXfrm>
        <a:off x="39809" y="2803331"/>
        <a:ext cx="10246535" cy="735872"/>
      </dsp:txXfrm>
    </dsp:sp>
    <dsp:sp modelId="{78005481-671C-4C4E-AEA6-AAF0DD6570F8}">
      <dsp:nvSpPr>
        <dsp:cNvPr id="0" name=""/>
        <dsp:cNvSpPr/>
      </dsp:nvSpPr>
      <dsp:spPr>
        <a:xfrm>
          <a:off x="0" y="3676932"/>
          <a:ext cx="10326153" cy="8154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>
              <a:latin typeface="+mn-lt"/>
              <a:ea typeface="+mn-lt"/>
              <a:cs typeface="+mn-lt"/>
            </a:rPr>
            <a:t>Оценка работы моделей</a:t>
          </a:r>
          <a:endParaRPr lang="ru-RU" sz="3400" kern="1200" dirty="0"/>
        </a:p>
      </dsp:txBody>
      <dsp:txXfrm>
        <a:off x="39809" y="3716741"/>
        <a:ext cx="10246535" cy="7358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658FD4-90A0-47FA-B930-38707D4C4B33}">
      <dsp:nvSpPr>
        <dsp:cNvPr id="0" name=""/>
        <dsp:cNvSpPr/>
      </dsp:nvSpPr>
      <dsp:spPr>
        <a:xfrm>
          <a:off x="0" y="507812"/>
          <a:ext cx="5308457" cy="173415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 dirty="0">
              <a:latin typeface="+mn-lt"/>
              <a:ea typeface="+mn-lt"/>
              <a:cs typeface="+mn-lt"/>
            </a:rPr>
            <a:t>Мы удаляем лишние пробелы</a:t>
          </a:r>
        </a:p>
      </dsp:txBody>
      <dsp:txXfrm>
        <a:off x="84655" y="592467"/>
        <a:ext cx="5139147" cy="1564849"/>
      </dsp:txXfrm>
    </dsp:sp>
    <dsp:sp modelId="{4BB515FE-310C-4FDC-9309-165E13407C74}">
      <dsp:nvSpPr>
        <dsp:cNvPr id="0" name=""/>
        <dsp:cNvSpPr/>
      </dsp:nvSpPr>
      <dsp:spPr>
        <a:xfrm>
          <a:off x="0" y="2331251"/>
          <a:ext cx="5308457" cy="173415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b="0" kern="1200" dirty="0">
              <a:latin typeface="+mn-lt"/>
              <a:ea typeface="+mn-lt"/>
              <a:cs typeface="+mn-lt"/>
            </a:rPr>
            <a:t>Делаем деление на обучающую и тестовую выборки применяя </a:t>
          </a:r>
          <a:r>
            <a:rPr lang="ru-RU" sz="3100" b="0" kern="1200" dirty="0" err="1">
              <a:latin typeface="+mn-lt"/>
              <a:ea typeface="+mn-lt"/>
              <a:cs typeface="+mn-lt"/>
            </a:rPr>
            <a:t>Stratified</a:t>
          </a:r>
        </a:p>
      </dsp:txBody>
      <dsp:txXfrm>
        <a:off x="84655" y="2415906"/>
        <a:ext cx="5139147" cy="15648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658FD4-90A0-47FA-B930-38707D4C4B33}">
      <dsp:nvSpPr>
        <dsp:cNvPr id="0" name=""/>
        <dsp:cNvSpPr/>
      </dsp:nvSpPr>
      <dsp:spPr>
        <a:xfrm>
          <a:off x="0" y="23291"/>
          <a:ext cx="9794190" cy="8154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>
              <a:latin typeface="+mn-lt"/>
              <a:ea typeface="+mn-lt"/>
              <a:cs typeface="+mn-lt"/>
            </a:rPr>
            <a:t>Текст -&gt; Токенизация </a:t>
          </a:r>
        </a:p>
      </dsp:txBody>
      <dsp:txXfrm>
        <a:off x="39809" y="63100"/>
        <a:ext cx="9714572" cy="735872"/>
      </dsp:txXfrm>
    </dsp:sp>
    <dsp:sp modelId="{D025A9B3-403B-4872-8341-292D94630E33}">
      <dsp:nvSpPr>
        <dsp:cNvPr id="0" name=""/>
        <dsp:cNvSpPr/>
      </dsp:nvSpPr>
      <dsp:spPr>
        <a:xfrm>
          <a:off x="0" y="936701"/>
          <a:ext cx="9794190" cy="8154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>
              <a:latin typeface="+mn-lt"/>
              <a:ea typeface="+mn-lt"/>
              <a:cs typeface="+mn-lt"/>
            </a:rPr>
            <a:t>Токены -&gt; Датасет</a:t>
          </a:r>
        </a:p>
      </dsp:txBody>
      <dsp:txXfrm>
        <a:off x="39809" y="976510"/>
        <a:ext cx="9714572" cy="735872"/>
      </dsp:txXfrm>
    </dsp:sp>
    <dsp:sp modelId="{6D7621CF-6B0B-485D-A715-95CB59095283}">
      <dsp:nvSpPr>
        <dsp:cNvPr id="0" name=""/>
        <dsp:cNvSpPr/>
      </dsp:nvSpPr>
      <dsp:spPr>
        <a:xfrm>
          <a:off x="0" y="1850112"/>
          <a:ext cx="9794190" cy="8154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>
              <a:latin typeface="Calibri"/>
              <a:ea typeface="Calibri"/>
              <a:cs typeface="Calibri"/>
            </a:rPr>
            <a:t>Датасет -&gt; Обучение</a:t>
          </a:r>
          <a:endParaRPr lang="ru-RU" sz="3400" kern="1200" dirty="0">
            <a:latin typeface="+mn-lt"/>
            <a:ea typeface="+mn-lt"/>
            <a:cs typeface="+mn-lt"/>
          </a:endParaRPr>
        </a:p>
      </dsp:txBody>
      <dsp:txXfrm>
        <a:off x="39809" y="1889921"/>
        <a:ext cx="9714572" cy="735872"/>
      </dsp:txXfrm>
    </dsp:sp>
    <dsp:sp modelId="{78005481-671C-4C4E-AEA6-AAF0DD6570F8}">
      <dsp:nvSpPr>
        <dsp:cNvPr id="0" name=""/>
        <dsp:cNvSpPr/>
      </dsp:nvSpPr>
      <dsp:spPr>
        <a:xfrm>
          <a:off x="0" y="2763522"/>
          <a:ext cx="9794190" cy="8154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>
              <a:latin typeface="+mn-lt"/>
              <a:ea typeface="+mn-lt"/>
              <a:cs typeface="+mn-lt"/>
            </a:rPr>
            <a:t>Модель </a:t>
          </a:r>
          <a:r>
            <a:rPr lang="ru-RU" sz="3400" kern="1200" dirty="0">
              <a:latin typeface="Calibri"/>
              <a:ea typeface="Calibri"/>
              <a:cs typeface="Calibri"/>
            </a:rPr>
            <a:t>-&gt; Предсказание</a:t>
          </a:r>
        </a:p>
      </dsp:txBody>
      <dsp:txXfrm>
        <a:off x="39809" y="2803331"/>
        <a:ext cx="9714572" cy="735872"/>
      </dsp:txXfrm>
    </dsp:sp>
    <dsp:sp modelId="{06F1B5F0-8006-45DB-AF97-A6982E1A9F19}">
      <dsp:nvSpPr>
        <dsp:cNvPr id="0" name=""/>
        <dsp:cNvSpPr/>
      </dsp:nvSpPr>
      <dsp:spPr>
        <a:xfrm>
          <a:off x="0" y="3676932"/>
          <a:ext cx="9794190" cy="81549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400" kern="1200" dirty="0">
              <a:latin typeface="Calibri"/>
              <a:ea typeface="Calibri"/>
              <a:cs typeface="Calibri"/>
            </a:rPr>
            <a:t>Метрики -&gt; Анализ</a:t>
          </a:r>
        </a:p>
      </dsp:txBody>
      <dsp:txXfrm>
        <a:off x="39809" y="3716741"/>
        <a:ext cx="9714572" cy="7358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DE2D3D-EAF3-1A49-00D5-8177CFF007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4" y="441325"/>
            <a:ext cx="6516686" cy="5327650"/>
          </a:xfrm>
        </p:spPr>
        <p:txBody>
          <a:bodyPr>
            <a:normAutofit/>
          </a:bodyPr>
          <a:lstStyle>
            <a:lvl1pPr>
              <a:defRPr sz="7000">
                <a:solidFill>
                  <a:srgbClr val="FFFFFF"/>
                </a:solidFill>
              </a:defRPr>
            </a:lvl1pPr>
          </a:lstStyle>
          <a:p>
            <a:r>
              <a:rPr lang="ru-RU"/>
              <a:t>Титульный слайд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6A629B-ED5E-4ABC-9F02-76D8E2AEEC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75D6AF-73E2-0ADA-E386-14C68C0930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92649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DE2D3D-EAF3-1A49-00D5-8177CFF007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4" y="1089025"/>
            <a:ext cx="6516686" cy="4679950"/>
          </a:xfrm>
        </p:spPr>
        <p:txBody>
          <a:bodyPr anchor="ctr">
            <a:normAutofit/>
          </a:bodyPr>
          <a:lstStyle>
            <a:lvl1pPr>
              <a:defRPr sz="7000">
                <a:solidFill>
                  <a:srgbClr val="FFFFFF"/>
                </a:solidFill>
              </a:defRPr>
            </a:lvl1pPr>
          </a:lstStyle>
          <a:p>
            <a:r>
              <a:rPr lang="ru-RU"/>
              <a:t>Титульный слайд второй вариант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6A629B-ED5E-4ABC-9F02-76D8E2AEEC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75D6AF-73E2-0ADA-E386-14C68C0930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69990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title">
    <p:bg>
      <p:bgPr>
        <a:solidFill>
          <a:srgbClr val="007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6A629B-ED5E-4ABC-9F02-76D8E2AEEC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E75D6AF-73E2-0ADA-E386-14C68C0930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F7B7F7B2-7AFA-D467-F27A-A179684F04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4" y="441325"/>
            <a:ext cx="11307120" cy="5327650"/>
          </a:xfrm>
        </p:spPr>
        <p:txBody>
          <a:bodyPr>
            <a:normAutofit/>
          </a:bodyPr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ru-RU" err="1"/>
              <a:t>Отбивочный</a:t>
            </a:r>
            <a:r>
              <a:rPr lang="ru-RU"/>
              <a:t> слайд</a:t>
            </a:r>
          </a:p>
        </p:txBody>
      </p:sp>
    </p:spTree>
    <p:extLst>
      <p:ext uri="{BB962C8B-B14F-4D97-AF65-F5344CB8AC3E}">
        <p14:creationId xmlns:p14="http://schemas.microsoft.com/office/powerpoint/2010/main" val="102473339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413015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two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AA94ECFD-99B4-3BA7-F527-08CBB36111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5545137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/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/>
              <a:t>Текст слайда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401402E6-13F1-A2E9-CF0A-19B7F11FF3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2" y="1089025"/>
            <a:ext cx="5545137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/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74032250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accen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AA94ECFD-99B4-3BA7-F527-08CBB36111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11302400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5000" b="0" i="0">
                <a:latin typeface="CoFo Sans Medium" panose="020B0503030202060203" pitchFamily="34" charset="0"/>
                <a:ea typeface="CoFo Sans Medium" panose="020B0503030202060203" pitchFamily="34" charset="0"/>
              </a:defRPr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347154896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text+photo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B3DDDF-876A-1984-C66E-771A3BF2B6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7453312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/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/>
              <a:t>Текст слайда</a:t>
            </a:r>
          </a:p>
        </p:txBody>
      </p:sp>
      <p:sp>
        <p:nvSpPr>
          <p:cNvPr id="2" name="Рисунок 2">
            <a:extLst>
              <a:ext uri="{FF2B5EF4-FFF2-40B4-BE49-F238E27FC236}">
                <a16:creationId xmlns:a16="http://schemas.microsoft.com/office/drawing/2014/main" id="{416629DB-67B6-3CA2-09DE-6039FE3231F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12125" y="1089024"/>
            <a:ext cx="3636964" cy="4679949"/>
          </a:xfrm>
          <a:prstGeom prst="roundRect">
            <a:avLst>
              <a:gd name="adj" fmla="val 573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420362171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text+photo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7BD0119F-BD3E-9E80-7DF6-932C8377C29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2" y="1089025"/>
            <a:ext cx="5545137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B3DDDF-876A-1984-C66E-771A3BF2B6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5545137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/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10251231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text+photo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7BD0119F-BD3E-9E80-7DF6-932C8377C29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295776" y="1089025"/>
            <a:ext cx="7453314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B3DDDF-876A-1984-C66E-771A3BF2B6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3636961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/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38130949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883ACEF5-8E32-0980-5938-1093A333A9B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2913" y="1089025"/>
            <a:ext cx="11302400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266078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photo+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883ACEF5-8E32-0980-5938-1093A333A9B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2913" y="1089025"/>
            <a:ext cx="5545137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7BD0119F-BD3E-9E80-7DF6-932C8377C29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2" y="1089025"/>
            <a:ext cx="5545137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180174217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twofill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2" y="1089025"/>
            <a:ext cx="5545137" cy="4679950"/>
          </a:xfrm>
          <a:prstGeom prst="roundRect">
            <a:avLst>
              <a:gd name="adj" fmla="val 4304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A87E4B98-A78B-F42A-AAD0-61C16512BCE2}"/>
              </a:ext>
            </a:extLst>
          </p:cNvPr>
          <p:cNvSpPr/>
          <p:nvPr/>
        </p:nvSpPr>
        <p:spPr>
          <a:xfrm>
            <a:off x="6203953" y="1089025"/>
            <a:ext cx="5545137" cy="4679950"/>
          </a:xfrm>
          <a:prstGeom prst="roundRect">
            <a:avLst>
              <a:gd name="adj" fmla="val 4304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A1E355-C135-564F-F516-6E4868E07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9B81A07B-6C67-1470-D151-FED339B798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1" y="1306800"/>
            <a:ext cx="511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74830784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twostroke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2" y="1089025"/>
            <a:ext cx="5545137" cy="4679950"/>
          </a:xfrm>
          <a:prstGeom prst="roundRect">
            <a:avLst>
              <a:gd name="adj" fmla="val 4304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A87E4B98-A78B-F42A-AAD0-61C16512BCE2}"/>
              </a:ext>
            </a:extLst>
          </p:cNvPr>
          <p:cNvSpPr/>
          <p:nvPr/>
        </p:nvSpPr>
        <p:spPr>
          <a:xfrm>
            <a:off x="6203953" y="1089025"/>
            <a:ext cx="5545137" cy="4679950"/>
          </a:xfrm>
          <a:prstGeom prst="roundRect">
            <a:avLst>
              <a:gd name="adj" fmla="val 4304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A1E355-C135-564F-F516-6E4868E07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9B81A07B-6C67-1470-D151-FED339B798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1" y="1306800"/>
            <a:ext cx="511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05766573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twofill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2" y="1089025"/>
            <a:ext cx="5545137" cy="4679950"/>
          </a:xfrm>
          <a:prstGeom prst="roundRect">
            <a:avLst>
              <a:gd name="adj" fmla="val 4304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A87E4B98-A78B-F42A-AAD0-61C16512BCE2}"/>
              </a:ext>
            </a:extLst>
          </p:cNvPr>
          <p:cNvSpPr/>
          <p:nvPr/>
        </p:nvSpPr>
        <p:spPr>
          <a:xfrm>
            <a:off x="6203953" y="1089025"/>
            <a:ext cx="5545137" cy="4679950"/>
          </a:xfrm>
          <a:prstGeom prst="roundRect">
            <a:avLst>
              <a:gd name="adj" fmla="val 4304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A1E355-C135-564F-F516-6E4868E07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2FB0504E-5FBE-7480-1AA9-D086353C63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5112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EEC63073-B6E4-E4BD-8C1D-40EA0C0368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0" y="1306800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E692FD15-8848-1351-E818-9FDA9A5F78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774800"/>
            <a:ext cx="5112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00602876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twostroke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2" y="1089025"/>
            <a:ext cx="5545137" cy="4679950"/>
          </a:xfrm>
          <a:prstGeom prst="roundRect">
            <a:avLst>
              <a:gd name="adj" fmla="val 4304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A87E4B98-A78B-F42A-AAD0-61C16512BCE2}"/>
              </a:ext>
            </a:extLst>
          </p:cNvPr>
          <p:cNvSpPr/>
          <p:nvPr/>
        </p:nvSpPr>
        <p:spPr>
          <a:xfrm>
            <a:off x="6203953" y="1089025"/>
            <a:ext cx="5545137" cy="4679950"/>
          </a:xfrm>
          <a:prstGeom prst="roundRect">
            <a:avLst>
              <a:gd name="adj" fmla="val 4304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A1E355-C135-564F-F516-6E4868E077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2FB0504E-5FBE-7480-1AA9-D086353C63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5112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EEC63073-B6E4-E4BD-8C1D-40EA0C0368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0" y="1306800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E692FD15-8848-1351-E818-9FDA9A5F78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774800"/>
            <a:ext cx="5112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0248968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text+two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Рисунок 2">
            <a:extLst>
              <a:ext uri="{FF2B5EF4-FFF2-40B4-BE49-F238E27FC236}">
                <a16:creationId xmlns:a16="http://schemas.microsoft.com/office/drawing/2014/main" id="{97B3B9FD-808C-A88A-059A-A37BE39C83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952" y="3538800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9F6A913E-353A-6FA6-AB1B-DF35E186610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2" y="1089025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4F00684-2B93-6FAF-AFBB-6C4178F668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5545137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/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8111988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four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Рисунок 2">
            <a:extLst>
              <a:ext uri="{FF2B5EF4-FFF2-40B4-BE49-F238E27FC236}">
                <a16:creationId xmlns:a16="http://schemas.microsoft.com/office/drawing/2014/main" id="{97B3B9FD-808C-A88A-059A-A37BE39C83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952" y="3538800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9F6A913E-353A-6FA6-AB1B-DF35E186610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2" y="1089025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2" name="Рисунок 2">
            <a:extLst>
              <a:ext uri="{FF2B5EF4-FFF2-40B4-BE49-F238E27FC236}">
                <a16:creationId xmlns:a16="http://schemas.microsoft.com/office/drawing/2014/main" id="{36F88EAA-2F71-C9BD-EB1B-EE1EC07AFF4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2800" y="3538800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AEF17C-9D46-26AA-6281-8B6E28295A2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800" y="1089025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31851788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fourfill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2" y="1089025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5BC1545E-6D5A-0820-CFAB-FA329F9A0D30}"/>
              </a:ext>
            </a:extLst>
          </p:cNvPr>
          <p:cNvSpPr/>
          <p:nvPr/>
        </p:nvSpPr>
        <p:spPr>
          <a:xfrm>
            <a:off x="6201314" y="1089025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CD72E085-3098-2544-B3A6-49016B525163}"/>
              </a:ext>
            </a:extLst>
          </p:cNvPr>
          <p:cNvSpPr/>
          <p:nvPr/>
        </p:nvSpPr>
        <p:spPr>
          <a:xfrm>
            <a:off x="442912" y="3538800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AECE9F51-5CF9-0C71-572D-36F56D2F1141}"/>
              </a:ext>
            </a:extLst>
          </p:cNvPr>
          <p:cNvSpPr/>
          <p:nvPr/>
        </p:nvSpPr>
        <p:spPr>
          <a:xfrm>
            <a:off x="6201314" y="3538800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9D1E8461-6A46-DB63-FFC2-0772516600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DE631F5E-18BF-0A8F-5F23-F6D4BAC366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1" y="1306800"/>
            <a:ext cx="5112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5608275E-CC3A-02B4-9114-DAF9763B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3754800"/>
            <a:ext cx="5112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F2F957C7-C2EB-BF12-5583-891DC340B0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521" y="3754800"/>
            <a:ext cx="5112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9306100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fourstroke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2" y="1089025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5BC1545E-6D5A-0820-CFAB-FA329F9A0D30}"/>
              </a:ext>
            </a:extLst>
          </p:cNvPr>
          <p:cNvSpPr/>
          <p:nvPr/>
        </p:nvSpPr>
        <p:spPr>
          <a:xfrm>
            <a:off x="6201314" y="1092506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CD72E085-3098-2544-B3A6-49016B525163}"/>
              </a:ext>
            </a:extLst>
          </p:cNvPr>
          <p:cNvSpPr/>
          <p:nvPr/>
        </p:nvSpPr>
        <p:spPr>
          <a:xfrm>
            <a:off x="442912" y="3538800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AECE9F51-5CF9-0C71-572D-36F56D2F1141}"/>
              </a:ext>
            </a:extLst>
          </p:cNvPr>
          <p:cNvSpPr/>
          <p:nvPr/>
        </p:nvSpPr>
        <p:spPr>
          <a:xfrm>
            <a:off x="6201314" y="3538800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9D1E8461-6A46-DB63-FFC2-0772516600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DE631F5E-18BF-0A8F-5F23-F6D4BAC366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1" y="1306800"/>
            <a:ext cx="5112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5608275E-CC3A-02B4-9114-DAF9763BBB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3754800"/>
            <a:ext cx="5112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F2F957C7-C2EB-BF12-5583-891DC340B0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521" y="3754800"/>
            <a:ext cx="5112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7258344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fourfill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2" y="1089025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5BC1545E-6D5A-0820-CFAB-FA329F9A0D30}"/>
              </a:ext>
            </a:extLst>
          </p:cNvPr>
          <p:cNvSpPr/>
          <p:nvPr/>
        </p:nvSpPr>
        <p:spPr>
          <a:xfrm>
            <a:off x="6201314" y="1090238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CD72E085-3098-2544-B3A6-49016B525163}"/>
              </a:ext>
            </a:extLst>
          </p:cNvPr>
          <p:cNvSpPr/>
          <p:nvPr/>
        </p:nvSpPr>
        <p:spPr>
          <a:xfrm>
            <a:off x="442912" y="3538800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AECE9F51-5CF9-0C71-572D-36F56D2F1141}"/>
              </a:ext>
            </a:extLst>
          </p:cNvPr>
          <p:cNvSpPr/>
          <p:nvPr/>
        </p:nvSpPr>
        <p:spPr>
          <a:xfrm>
            <a:off x="6201314" y="3538800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4AC4E510-37FB-32EC-8197-CD9F5C025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C74D5799-3527-35E3-B9B1-E440D7F0E0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5112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97560C7-2DFA-A9CA-3329-655D28F20F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0" y="1306800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85E428B8-F652-551F-D4A9-1AAA27A27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774800"/>
            <a:ext cx="5112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A226C78E-2C54-65E2-AA7C-C8420424EC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00" y="3753538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0ED422AF-51ED-F4F9-77B4-DC4A5D17E6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00" y="4221538"/>
            <a:ext cx="5112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6DD635AE-E4C9-1421-AEC0-105E0F7E9C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9850" y="3753538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2D14C0D0-89B6-6A74-6906-2C95D6DCE5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19850" y="4221538"/>
            <a:ext cx="5112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9320110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fourstroke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2" y="1089025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5BC1545E-6D5A-0820-CFAB-FA329F9A0D30}"/>
              </a:ext>
            </a:extLst>
          </p:cNvPr>
          <p:cNvSpPr/>
          <p:nvPr/>
        </p:nvSpPr>
        <p:spPr>
          <a:xfrm>
            <a:off x="6201314" y="1089025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4AC4E510-37FB-32EC-8197-CD9F5C0258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C74D5799-3527-35E3-B9B1-E440D7F0E0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5112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97560C7-2DFA-A9CA-3329-655D28F20F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0" y="1306800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85E428B8-F652-551F-D4A9-1AAA27A27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774800"/>
            <a:ext cx="5112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5BCEC65A-DA46-02A7-99E8-5FEE4E9CC084}"/>
              </a:ext>
            </a:extLst>
          </p:cNvPr>
          <p:cNvSpPr/>
          <p:nvPr/>
        </p:nvSpPr>
        <p:spPr>
          <a:xfrm>
            <a:off x="442912" y="3538800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7F84A4A9-60FE-2520-7180-81F6F86FC23D}"/>
              </a:ext>
            </a:extLst>
          </p:cNvPr>
          <p:cNvSpPr/>
          <p:nvPr/>
        </p:nvSpPr>
        <p:spPr>
          <a:xfrm>
            <a:off x="6201314" y="3538800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DC1A8BE5-4743-31EC-A7F7-C66CAF24BF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00" y="3753538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4521E529-2908-860A-4F78-10B77A8235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00" y="4221538"/>
            <a:ext cx="5112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E7851FE6-AAF4-2CEC-958A-2C1C48D0B3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9850" y="3753538"/>
            <a:ext cx="5112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12649327-9F79-37CE-47BC-F8BE069A79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19850" y="4221538"/>
            <a:ext cx="5112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258708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three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2">
            <a:extLst>
              <a:ext uri="{FF2B5EF4-FFF2-40B4-BE49-F238E27FC236}">
                <a16:creationId xmlns:a16="http://schemas.microsoft.com/office/drawing/2014/main" id="{1AAE2923-0936-1C6B-FC22-EA847B5CE62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6225" y="1089024"/>
            <a:ext cx="3600000" cy="4679949"/>
          </a:xfrm>
          <a:prstGeom prst="roundRect">
            <a:avLst>
              <a:gd name="adj" fmla="val 573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47EDBEE9-E665-9F53-BFA2-3CB2B0E9D63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12125" y="1089024"/>
            <a:ext cx="3636964" cy="4679949"/>
          </a:xfrm>
          <a:prstGeom prst="roundRect">
            <a:avLst>
              <a:gd name="adj" fmla="val 573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71208C1-F287-29D9-E38A-616EDAE3D88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801" y="1089024"/>
            <a:ext cx="3636964" cy="4679949"/>
          </a:xfrm>
          <a:prstGeom prst="roundRect">
            <a:avLst>
              <a:gd name="adj" fmla="val 5739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6513675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threefill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1" y="1089025"/>
            <a:ext cx="3636963" cy="4679950"/>
          </a:xfrm>
          <a:prstGeom prst="roundRect">
            <a:avLst>
              <a:gd name="adj" fmla="val 5617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2ECD50-906F-FC24-3774-99C60A52B7D0}"/>
              </a:ext>
            </a:extLst>
          </p:cNvPr>
          <p:cNvSpPr/>
          <p:nvPr/>
        </p:nvSpPr>
        <p:spPr>
          <a:xfrm>
            <a:off x="8112125" y="1089025"/>
            <a:ext cx="3636965" cy="4679950"/>
          </a:xfrm>
          <a:prstGeom prst="roundRect">
            <a:avLst>
              <a:gd name="adj" fmla="val 5617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543D2BD-4C63-3074-F66A-D69205EFD599}"/>
              </a:ext>
            </a:extLst>
          </p:cNvPr>
          <p:cNvSpPr/>
          <p:nvPr/>
        </p:nvSpPr>
        <p:spPr>
          <a:xfrm>
            <a:off x="4295774" y="1089025"/>
            <a:ext cx="3600451" cy="4679950"/>
          </a:xfrm>
          <a:prstGeom prst="roundRect">
            <a:avLst>
              <a:gd name="adj" fmla="val 5617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AA46A88-2058-5C6C-01AF-5373E08F2A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1B5090E0-08E1-56C8-3794-90D3F7302F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0800" y="1306800"/>
            <a:ext cx="3168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6E66D823-7493-C3D5-D476-900063BBEB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607" y="1306800"/>
            <a:ext cx="3204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3786340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threestroke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1" y="1089025"/>
            <a:ext cx="3636963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2ECD50-906F-FC24-3774-99C60A52B7D0}"/>
              </a:ext>
            </a:extLst>
          </p:cNvPr>
          <p:cNvSpPr/>
          <p:nvPr/>
        </p:nvSpPr>
        <p:spPr>
          <a:xfrm>
            <a:off x="8112125" y="1089025"/>
            <a:ext cx="3636965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543D2BD-4C63-3074-F66A-D69205EFD599}"/>
              </a:ext>
            </a:extLst>
          </p:cNvPr>
          <p:cNvSpPr/>
          <p:nvPr/>
        </p:nvSpPr>
        <p:spPr>
          <a:xfrm>
            <a:off x="4295774" y="1089025"/>
            <a:ext cx="3600451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4AA46A88-2058-5C6C-01AF-5373E08F2A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1B5090E0-08E1-56C8-3794-90D3F7302F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0800" y="1306800"/>
            <a:ext cx="3168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6E66D823-7493-C3D5-D476-900063BBEB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607" y="1306800"/>
            <a:ext cx="3204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2873900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threefill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1" y="1089025"/>
            <a:ext cx="3636963" cy="4679950"/>
          </a:xfrm>
          <a:prstGeom prst="roundRect">
            <a:avLst>
              <a:gd name="adj" fmla="val 5617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2ECD50-906F-FC24-3774-99C60A52B7D0}"/>
              </a:ext>
            </a:extLst>
          </p:cNvPr>
          <p:cNvSpPr/>
          <p:nvPr/>
        </p:nvSpPr>
        <p:spPr>
          <a:xfrm>
            <a:off x="8112125" y="1089025"/>
            <a:ext cx="3636965" cy="4679950"/>
          </a:xfrm>
          <a:prstGeom prst="roundRect">
            <a:avLst>
              <a:gd name="adj" fmla="val 5617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543D2BD-4C63-3074-F66A-D69205EFD599}"/>
              </a:ext>
            </a:extLst>
          </p:cNvPr>
          <p:cNvSpPr/>
          <p:nvPr/>
        </p:nvSpPr>
        <p:spPr>
          <a:xfrm>
            <a:off x="4295774" y="1089025"/>
            <a:ext cx="3600451" cy="4679950"/>
          </a:xfrm>
          <a:prstGeom prst="roundRect">
            <a:avLst>
              <a:gd name="adj" fmla="val 5617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2E4594C2-088F-10CA-1FDC-ABAA91B8D9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97CFEC08-A7A5-7F50-1F99-2569ABE38C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3204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08C6A3C5-1795-2D73-E461-AFD8A40E5C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800" y="1306800"/>
            <a:ext cx="3168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3D0E3A27-067C-41E9-72B7-FC52E635F6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1774800"/>
            <a:ext cx="3168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1FD68C17-A00E-498C-5AF9-A92A9448D1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9200" y="1306800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7DB13C0E-E43F-41D7-62E3-81897080AA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9200" y="1774800"/>
            <a:ext cx="3204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845660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threestroke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1" y="1089025"/>
            <a:ext cx="3636963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2ECD50-906F-FC24-3774-99C60A52B7D0}"/>
              </a:ext>
            </a:extLst>
          </p:cNvPr>
          <p:cNvSpPr/>
          <p:nvPr/>
        </p:nvSpPr>
        <p:spPr>
          <a:xfrm>
            <a:off x="8112125" y="1089025"/>
            <a:ext cx="3636965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543D2BD-4C63-3074-F66A-D69205EFD599}"/>
              </a:ext>
            </a:extLst>
          </p:cNvPr>
          <p:cNvSpPr/>
          <p:nvPr/>
        </p:nvSpPr>
        <p:spPr>
          <a:xfrm>
            <a:off x="4295774" y="1089025"/>
            <a:ext cx="3600451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2E4594C2-088F-10CA-1FDC-ABAA91B8D9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97CFEC08-A7A5-7F50-1F99-2569ABE38C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3204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08C6A3C5-1795-2D73-E461-AFD8A40E5C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800" y="1306800"/>
            <a:ext cx="3168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3D0E3A27-067C-41E9-72B7-FC52E635F6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1774800"/>
            <a:ext cx="3168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1FD68C17-A00E-498C-5AF9-A92A9448D1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9200" y="1306800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7DB13C0E-E43F-41D7-62E3-81897080AA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9200" y="1774800"/>
            <a:ext cx="3204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28124518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ix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5D9F142B-CAF7-6662-5360-96C637D8021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801" y="1089025"/>
            <a:ext cx="3636964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9E70486-66A0-B91F-1DAB-C9F57973D96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2801" y="3538799"/>
            <a:ext cx="3636964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40C20FA3-2AE4-08F4-837A-EF2587D0191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08350" y="1089025"/>
            <a:ext cx="3636964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F2D1FA44-219B-B0DA-65EE-B824C9A6A96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08350" y="3538799"/>
            <a:ext cx="3636964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22" name="Рисунок 2">
            <a:extLst>
              <a:ext uri="{FF2B5EF4-FFF2-40B4-BE49-F238E27FC236}">
                <a16:creationId xmlns:a16="http://schemas.microsoft.com/office/drawing/2014/main" id="{CAB0E73E-3D2E-470F-24E4-3400487E59B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94057" y="1089025"/>
            <a:ext cx="3600000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0D28D880-2793-A667-53F3-42C9E661720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94057" y="3538799"/>
            <a:ext cx="3600000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371975432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ixfill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1" y="1089025"/>
            <a:ext cx="3636963" cy="2232000"/>
          </a:xfrm>
          <a:prstGeom prst="roundRect">
            <a:avLst>
              <a:gd name="adj" fmla="val 9237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2ECD50-906F-FC24-3774-99C60A52B7D0}"/>
              </a:ext>
            </a:extLst>
          </p:cNvPr>
          <p:cNvSpPr/>
          <p:nvPr/>
        </p:nvSpPr>
        <p:spPr>
          <a:xfrm>
            <a:off x="8112125" y="1089025"/>
            <a:ext cx="3636965" cy="2232000"/>
          </a:xfrm>
          <a:prstGeom prst="roundRect">
            <a:avLst>
              <a:gd name="adj" fmla="val 9315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543D2BD-4C63-3074-F66A-D69205EFD599}"/>
              </a:ext>
            </a:extLst>
          </p:cNvPr>
          <p:cNvSpPr/>
          <p:nvPr/>
        </p:nvSpPr>
        <p:spPr>
          <a:xfrm>
            <a:off x="4295774" y="1089025"/>
            <a:ext cx="3600451" cy="2232000"/>
          </a:xfrm>
          <a:prstGeom prst="roundRect">
            <a:avLst>
              <a:gd name="adj" fmla="val 9031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7103576D-7B53-7020-5CBF-8DE674C4F428}"/>
              </a:ext>
            </a:extLst>
          </p:cNvPr>
          <p:cNvSpPr/>
          <p:nvPr/>
        </p:nvSpPr>
        <p:spPr>
          <a:xfrm>
            <a:off x="442911" y="3538800"/>
            <a:ext cx="3636963" cy="2232000"/>
          </a:xfrm>
          <a:prstGeom prst="roundRect">
            <a:avLst>
              <a:gd name="adj" fmla="val 9237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7ACB401-9FF2-7572-4E3F-DF8A2958A773}"/>
              </a:ext>
            </a:extLst>
          </p:cNvPr>
          <p:cNvSpPr/>
          <p:nvPr/>
        </p:nvSpPr>
        <p:spPr>
          <a:xfrm>
            <a:off x="8112125" y="3538800"/>
            <a:ext cx="3636965" cy="2232000"/>
          </a:xfrm>
          <a:prstGeom prst="roundRect">
            <a:avLst>
              <a:gd name="adj" fmla="val 9315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EA5E840-6CD7-DEC3-1C07-45D064B2E10E}"/>
              </a:ext>
            </a:extLst>
          </p:cNvPr>
          <p:cNvSpPr/>
          <p:nvPr/>
        </p:nvSpPr>
        <p:spPr>
          <a:xfrm>
            <a:off x="4295774" y="3538800"/>
            <a:ext cx="3600451" cy="2232000"/>
          </a:xfrm>
          <a:prstGeom prst="roundRect">
            <a:avLst>
              <a:gd name="adj" fmla="val 9031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6700D825-91ED-BC26-7AAE-88EF4AEB62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ED3175EA-E207-F4DC-50A8-842BE9489A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0800" y="1306800"/>
            <a:ext cx="3168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90444214-B915-101F-6679-FD481251A3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607" y="1306800"/>
            <a:ext cx="3204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B3F0D368-30E2-ABD2-D304-713438D059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00" y="3754800"/>
            <a:ext cx="3204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7E33DC8E-F8BF-02C2-7921-7114DBD8EE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3754800"/>
            <a:ext cx="3168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5321AA0E-A92D-9247-7834-E5F4CCCC20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8607" y="3754800"/>
            <a:ext cx="3204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41028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ixstroke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1" y="1089025"/>
            <a:ext cx="3636963" cy="2232000"/>
          </a:xfrm>
          <a:prstGeom prst="roundRect">
            <a:avLst>
              <a:gd name="adj" fmla="val 923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2ECD50-906F-FC24-3774-99C60A52B7D0}"/>
              </a:ext>
            </a:extLst>
          </p:cNvPr>
          <p:cNvSpPr/>
          <p:nvPr/>
        </p:nvSpPr>
        <p:spPr>
          <a:xfrm>
            <a:off x="8112125" y="1089025"/>
            <a:ext cx="3636965" cy="2232000"/>
          </a:xfrm>
          <a:prstGeom prst="roundRect">
            <a:avLst>
              <a:gd name="adj" fmla="val 9315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543D2BD-4C63-3074-F66A-D69205EFD599}"/>
              </a:ext>
            </a:extLst>
          </p:cNvPr>
          <p:cNvSpPr/>
          <p:nvPr/>
        </p:nvSpPr>
        <p:spPr>
          <a:xfrm>
            <a:off x="4295774" y="1089025"/>
            <a:ext cx="3600451" cy="2232000"/>
          </a:xfrm>
          <a:prstGeom prst="roundRect">
            <a:avLst>
              <a:gd name="adj" fmla="val 9031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7103576D-7B53-7020-5CBF-8DE674C4F428}"/>
              </a:ext>
            </a:extLst>
          </p:cNvPr>
          <p:cNvSpPr/>
          <p:nvPr/>
        </p:nvSpPr>
        <p:spPr>
          <a:xfrm>
            <a:off x="442911" y="3538800"/>
            <a:ext cx="3636963" cy="2232000"/>
          </a:xfrm>
          <a:prstGeom prst="roundRect">
            <a:avLst>
              <a:gd name="adj" fmla="val 923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7ACB401-9FF2-7572-4E3F-DF8A2958A773}"/>
              </a:ext>
            </a:extLst>
          </p:cNvPr>
          <p:cNvSpPr/>
          <p:nvPr/>
        </p:nvSpPr>
        <p:spPr>
          <a:xfrm>
            <a:off x="8112125" y="3538800"/>
            <a:ext cx="3636965" cy="2232000"/>
          </a:xfrm>
          <a:prstGeom prst="roundRect">
            <a:avLst>
              <a:gd name="adj" fmla="val 9315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EA5E840-6CD7-DEC3-1C07-45D064B2E10E}"/>
              </a:ext>
            </a:extLst>
          </p:cNvPr>
          <p:cNvSpPr/>
          <p:nvPr/>
        </p:nvSpPr>
        <p:spPr>
          <a:xfrm>
            <a:off x="4295774" y="3538800"/>
            <a:ext cx="3600451" cy="2232000"/>
          </a:xfrm>
          <a:prstGeom prst="roundRect">
            <a:avLst>
              <a:gd name="adj" fmla="val 9031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6700D825-91ED-BC26-7AAE-88EF4AEB62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ED3175EA-E207-F4DC-50A8-842BE9489A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0800" y="1306800"/>
            <a:ext cx="3168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90444214-B915-101F-6679-FD481251A3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607" y="1306800"/>
            <a:ext cx="3204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B3F0D368-30E2-ABD2-D304-713438D059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00" y="3754800"/>
            <a:ext cx="3204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7E33DC8E-F8BF-02C2-7921-7114DBD8EE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3754800"/>
            <a:ext cx="3168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5321AA0E-A92D-9247-7834-E5F4CCCC20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8607" y="3754800"/>
            <a:ext cx="3204000" cy="1800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044763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ixfill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1" y="1089025"/>
            <a:ext cx="3636963" cy="2232000"/>
          </a:xfrm>
          <a:prstGeom prst="roundRect">
            <a:avLst>
              <a:gd name="adj" fmla="val 9237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2ECD50-906F-FC24-3774-99C60A52B7D0}"/>
              </a:ext>
            </a:extLst>
          </p:cNvPr>
          <p:cNvSpPr/>
          <p:nvPr/>
        </p:nvSpPr>
        <p:spPr>
          <a:xfrm>
            <a:off x="8112125" y="1089025"/>
            <a:ext cx="3636965" cy="2232000"/>
          </a:xfrm>
          <a:prstGeom prst="roundRect">
            <a:avLst>
              <a:gd name="adj" fmla="val 9315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543D2BD-4C63-3074-F66A-D69205EFD599}"/>
              </a:ext>
            </a:extLst>
          </p:cNvPr>
          <p:cNvSpPr/>
          <p:nvPr/>
        </p:nvSpPr>
        <p:spPr>
          <a:xfrm>
            <a:off x="4295774" y="1089025"/>
            <a:ext cx="3600451" cy="2232000"/>
          </a:xfrm>
          <a:prstGeom prst="roundRect">
            <a:avLst>
              <a:gd name="adj" fmla="val 9031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7103576D-7B53-7020-5CBF-8DE674C4F428}"/>
              </a:ext>
            </a:extLst>
          </p:cNvPr>
          <p:cNvSpPr/>
          <p:nvPr/>
        </p:nvSpPr>
        <p:spPr>
          <a:xfrm>
            <a:off x="442911" y="3538800"/>
            <a:ext cx="3636963" cy="2232000"/>
          </a:xfrm>
          <a:prstGeom prst="roundRect">
            <a:avLst>
              <a:gd name="adj" fmla="val 9237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7ACB401-9FF2-7572-4E3F-DF8A2958A773}"/>
              </a:ext>
            </a:extLst>
          </p:cNvPr>
          <p:cNvSpPr/>
          <p:nvPr/>
        </p:nvSpPr>
        <p:spPr>
          <a:xfrm>
            <a:off x="8112125" y="3538800"/>
            <a:ext cx="3636965" cy="2232000"/>
          </a:xfrm>
          <a:prstGeom prst="roundRect">
            <a:avLst>
              <a:gd name="adj" fmla="val 9315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EA5E840-6CD7-DEC3-1C07-45D064B2E10E}"/>
              </a:ext>
            </a:extLst>
          </p:cNvPr>
          <p:cNvSpPr/>
          <p:nvPr/>
        </p:nvSpPr>
        <p:spPr>
          <a:xfrm>
            <a:off x="4295774" y="3538800"/>
            <a:ext cx="3600451" cy="2232000"/>
          </a:xfrm>
          <a:prstGeom prst="roundRect">
            <a:avLst>
              <a:gd name="adj" fmla="val 9031"/>
            </a:avLst>
          </a:prstGeom>
          <a:solidFill>
            <a:srgbClr val="007D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3EB16993-D466-B0B8-1720-7F797F08DA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75E3011D-A54B-6078-EC3F-495A3EE9FD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3204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C136A016-79F9-C0E0-6B99-29E218EB01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800" y="1306800"/>
            <a:ext cx="3168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5AC2A370-D35B-734D-AE5C-13C98B68BE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1774800"/>
            <a:ext cx="3168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F7A168D8-370B-8C0B-4F53-2647265863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9200" y="1306800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D4C9D453-0909-0B91-0142-DF0F31E209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9200" y="1774800"/>
            <a:ext cx="3204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7000548E-B0AE-777A-72F8-CC3168857E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8800" y="3756503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FC0EC912-9D86-BD65-B732-A16B53F9AB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00" y="4222800"/>
            <a:ext cx="3204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413C3D77-04C6-FDB1-D1DE-1FB7D6C028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10800" y="3756503"/>
            <a:ext cx="3168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537428DC-1819-8B74-DA9F-04AD544E89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10800" y="4222800"/>
            <a:ext cx="3168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A39DF0A6-291A-22D1-CD8F-5378548AA1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9200" y="3756503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A2CAEECD-AC91-20E8-2CE1-CF2B449E2AC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9200" y="4222800"/>
            <a:ext cx="3204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7031027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ixstroke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1" y="1089025"/>
            <a:ext cx="3636963" cy="2232000"/>
          </a:xfrm>
          <a:prstGeom prst="roundRect">
            <a:avLst>
              <a:gd name="adj" fmla="val 923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912ECD50-906F-FC24-3774-99C60A52B7D0}"/>
              </a:ext>
            </a:extLst>
          </p:cNvPr>
          <p:cNvSpPr/>
          <p:nvPr/>
        </p:nvSpPr>
        <p:spPr>
          <a:xfrm>
            <a:off x="8112125" y="1089025"/>
            <a:ext cx="3636965" cy="2232000"/>
          </a:xfrm>
          <a:prstGeom prst="roundRect">
            <a:avLst>
              <a:gd name="adj" fmla="val 9315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7543D2BD-4C63-3074-F66A-D69205EFD599}"/>
              </a:ext>
            </a:extLst>
          </p:cNvPr>
          <p:cNvSpPr/>
          <p:nvPr/>
        </p:nvSpPr>
        <p:spPr>
          <a:xfrm>
            <a:off x="4295774" y="1089025"/>
            <a:ext cx="3600451" cy="2232000"/>
          </a:xfrm>
          <a:prstGeom prst="roundRect">
            <a:avLst>
              <a:gd name="adj" fmla="val 9031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7103576D-7B53-7020-5CBF-8DE674C4F428}"/>
              </a:ext>
            </a:extLst>
          </p:cNvPr>
          <p:cNvSpPr/>
          <p:nvPr/>
        </p:nvSpPr>
        <p:spPr>
          <a:xfrm>
            <a:off x="442911" y="3538800"/>
            <a:ext cx="3636963" cy="2232000"/>
          </a:xfrm>
          <a:prstGeom prst="roundRect">
            <a:avLst>
              <a:gd name="adj" fmla="val 9237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7ACB401-9FF2-7572-4E3F-DF8A2958A773}"/>
              </a:ext>
            </a:extLst>
          </p:cNvPr>
          <p:cNvSpPr/>
          <p:nvPr/>
        </p:nvSpPr>
        <p:spPr>
          <a:xfrm>
            <a:off x="8112125" y="3538800"/>
            <a:ext cx="3636965" cy="2232000"/>
          </a:xfrm>
          <a:prstGeom prst="roundRect">
            <a:avLst>
              <a:gd name="adj" fmla="val 9315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EA5E840-6CD7-DEC3-1C07-45D064B2E10E}"/>
              </a:ext>
            </a:extLst>
          </p:cNvPr>
          <p:cNvSpPr/>
          <p:nvPr/>
        </p:nvSpPr>
        <p:spPr>
          <a:xfrm>
            <a:off x="4295774" y="3538800"/>
            <a:ext cx="3600451" cy="2232000"/>
          </a:xfrm>
          <a:prstGeom prst="roundRect">
            <a:avLst>
              <a:gd name="adj" fmla="val 9031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3EB16993-D466-B0B8-1720-7F797F08DA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75E3011D-A54B-6078-EC3F-495A3EE9FD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3204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C136A016-79F9-C0E0-6B99-29E218EB01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800" y="1306800"/>
            <a:ext cx="3168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5AC2A370-D35B-734D-AE5C-13C98B68BE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1774800"/>
            <a:ext cx="3168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F7A168D8-370B-8C0B-4F53-2647265863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9200" y="1306800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D4C9D453-0909-0B91-0142-DF0F31E209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9200" y="1774800"/>
            <a:ext cx="3204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7000548E-B0AE-777A-72F8-CC3168857EC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8800" y="3756503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FC0EC912-9D86-BD65-B732-A16B53F9AB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00" y="4222800"/>
            <a:ext cx="3204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413C3D77-04C6-FDB1-D1DE-1FB7D6C028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10800" y="3756503"/>
            <a:ext cx="3168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537428DC-1819-8B74-DA9F-04AD544E89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10800" y="4222800"/>
            <a:ext cx="3168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A39DF0A6-291A-22D1-CD8F-5378548AA1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9200" y="3756503"/>
            <a:ext cx="3204000" cy="25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A2CAEECD-AC91-20E8-2CE1-CF2B449E2AC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9200" y="4222800"/>
            <a:ext cx="3204000" cy="13320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1723349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fourlong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Рисунок 2">
            <a:extLst>
              <a:ext uri="{FF2B5EF4-FFF2-40B4-BE49-F238E27FC236}">
                <a16:creationId xmlns:a16="http://schemas.microsoft.com/office/drawing/2014/main" id="{3E3C99E2-2743-FF36-A974-ADFCC472C8C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801" y="1089024"/>
            <a:ext cx="2663131" cy="4679949"/>
          </a:xfrm>
          <a:prstGeom prst="roundRect">
            <a:avLst>
              <a:gd name="adj" fmla="val 7525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1E820513-7622-B1C2-9F7D-176750E8328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086070" y="1089024"/>
            <a:ext cx="2663131" cy="4679949"/>
          </a:xfrm>
          <a:prstGeom prst="roundRect">
            <a:avLst>
              <a:gd name="adj" fmla="val 7525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5" name="Рисунок 2">
            <a:extLst>
              <a:ext uri="{FF2B5EF4-FFF2-40B4-BE49-F238E27FC236}">
                <a16:creationId xmlns:a16="http://schemas.microsoft.com/office/drawing/2014/main" id="{B7F14D64-4F48-B26B-B217-61C840C8AE8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800" y="1089024"/>
            <a:ext cx="2663131" cy="4679949"/>
          </a:xfrm>
          <a:prstGeom prst="roundRect">
            <a:avLst>
              <a:gd name="adj" fmla="val 7525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83E7BA5D-3730-5EDF-1722-E802C9BFD6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23891" y="1089024"/>
            <a:ext cx="2663131" cy="4679949"/>
          </a:xfrm>
          <a:prstGeom prst="roundRect">
            <a:avLst>
              <a:gd name="adj" fmla="val 7525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16288055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fourlongfill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3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844E44DD-4D57-BC19-A9A6-32D969A04513}"/>
              </a:ext>
            </a:extLst>
          </p:cNvPr>
          <p:cNvSpPr/>
          <p:nvPr/>
        </p:nvSpPr>
        <p:spPr>
          <a:xfrm>
            <a:off x="3322638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1E20DCC2-7462-9F17-5B4C-9F92FB4E073C}"/>
              </a:ext>
            </a:extLst>
          </p:cNvPr>
          <p:cNvSpPr/>
          <p:nvPr/>
        </p:nvSpPr>
        <p:spPr>
          <a:xfrm>
            <a:off x="6203950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FB262BA-94CA-6673-2CA3-53AD8475EB98}"/>
              </a:ext>
            </a:extLst>
          </p:cNvPr>
          <p:cNvSpPr/>
          <p:nvPr/>
        </p:nvSpPr>
        <p:spPr>
          <a:xfrm>
            <a:off x="9085262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C774E981-547F-CFB0-436C-AC8DF49CDC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648E1983-F1F4-827B-DC6B-3A75A29AC6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39344" y="1306800"/>
            <a:ext cx="2232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92A533-BE7E-89E6-2E55-C9DC1F217C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20656" y="1306800"/>
            <a:ext cx="2232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47C534E-E480-CAAC-1FBA-A8C63C327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01968" y="1306800"/>
            <a:ext cx="2232000" cy="4244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72715861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fourlongstroke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3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844E44DD-4D57-BC19-A9A6-32D969A04513}"/>
              </a:ext>
            </a:extLst>
          </p:cNvPr>
          <p:cNvSpPr/>
          <p:nvPr/>
        </p:nvSpPr>
        <p:spPr>
          <a:xfrm>
            <a:off x="3322638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1E20DCC2-7462-9F17-5B4C-9F92FB4E073C}"/>
              </a:ext>
            </a:extLst>
          </p:cNvPr>
          <p:cNvSpPr/>
          <p:nvPr/>
        </p:nvSpPr>
        <p:spPr>
          <a:xfrm>
            <a:off x="6203950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FB262BA-94CA-6673-2CA3-53AD8475EB98}"/>
              </a:ext>
            </a:extLst>
          </p:cNvPr>
          <p:cNvSpPr/>
          <p:nvPr/>
        </p:nvSpPr>
        <p:spPr>
          <a:xfrm>
            <a:off x="9085262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C774E981-547F-CFB0-436C-AC8DF49CDC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648E1983-F1F4-827B-DC6B-3A75A29AC6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39344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92A533-BE7E-89E6-2E55-C9DC1F217C9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20656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547C534E-E480-CAAC-1FBA-A8C63C3272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01968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72203914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fourlongfill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3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844E44DD-4D57-BC19-A9A6-32D969A04513}"/>
              </a:ext>
            </a:extLst>
          </p:cNvPr>
          <p:cNvSpPr/>
          <p:nvPr/>
        </p:nvSpPr>
        <p:spPr>
          <a:xfrm>
            <a:off x="3322638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1E20DCC2-7462-9F17-5B4C-9F92FB4E073C}"/>
              </a:ext>
            </a:extLst>
          </p:cNvPr>
          <p:cNvSpPr/>
          <p:nvPr/>
        </p:nvSpPr>
        <p:spPr>
          <a:xfrm>
            <a:off x="6203950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FB262BA-94CA-6673-2CA3-53AD8475EB98}"/>
              </a:ext>
            </a:extLst>
          </p:cNvPr>
          <p:cNvSpPr/>
          <p:nvPr/>
        </p:nvSpPr>
        <p:spPr>
          <a:xfrm>
            <a:off x="9085262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A08D55D4-E745-8700-90C4-152542B0D3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0BB81188-65C6-A012-B7CA-3A15AD0CCF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9244E365-50F5-D6EA-1262-EC6B0B9E44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3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19DA352D-E2FA-C42B-BEF3-FE8788EBC8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FE3C4380-6612-89FD-2739-9A2B6F651E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1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E36CA570-7453-5236-A4F9-74693C5E75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E1673E9E-C209-ECE7-69CF-0A10BA5487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9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E4FE8065-C357-3739-1DEB-27304A46D1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6270759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fourlongstroke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3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844E44DD-4D57-BC19-A9A6-32D969A04513}"/>
              </a:ext>
            </a:extLst>
          </p:cNvPr>
          <p:cNvSpPr/>
          <p:nvPr/>
        </p:nvSpPr>
        <p:spPr>
          <a:xfrm>
            <a:off x="3322638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1E20DCC2-7462-9F17-5B4C-9F92FB4E073C}"/>
              </a:ext>
            </a:extLst>
          </p:cNvPr>
          <p:cNvSpPr/>
          <p:nvPr/>
        </p:nvSpPr>
        <p:spPr>
          <a:xfrm>
            <a:off x="6203950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FFB262BA-94CA-6673-2CA3-53AD8475EB98}"/>
              </a:ext>
            </a:extLst>
          </p:cNvPr>
          <p:cNvSpPr/>
          <p:nvPr/>
        </p:nvSpPr>
        <p:spPr>
          <a:xfrm>
            <a:off x="9085262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A08D55D4-E745-8700-90C4-152542B0D3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0BB81188-65C6-A012-B7CA-3A15AD0CCF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9244E365-50F5-D6EA-1262-EC6B0B9E44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3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19DA352D-E2FA-C42B-BEF3-FE8788EBC85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FE3C4380-6612-89FD-2739-9A2B6F651E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1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E36CA570-7453-5236-A4F9-74693C5E75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E1673E9E-C209-ECE7-69CF-0A10BA5487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9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E4FE8065-C357-3739-1DEB-27304A46D15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8800" y="1774800"/>
            <a:ext cx="2232000" cy="37764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7128061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eight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BE04F432-3644-F25C-B133-14B38FB5F5D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801" y="1089025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25" name="Рисунок 2">
            <a:extLst>
              <a:ext uri="{FF2B5EF4-FFF2-40B4-BE49-F238E27FC236}">
                <a16:creationId xmlns:a16="http://schemas.microsoft.com/office/drawing/2014/main" id="{7C0633A7-BE1D-7457-8156-E93D8058777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2595" y="1089025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26" name="Рисунок 2">
            <a:extLst>
              <a:ext uri="{FF2B5EF4-FFF2-40B4-BE49-F238E27FC236}">
                <a16:creationId xmlns:a16="http://schemas.microsoft.com/office/drawing/2014/main" id="{C722763B-F450-A9B7-5817-BA9B010E77A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389" y="1089025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27" name="Рисунок 2">
            <a:extLst>
              <a:ext uri="{FF2B5EF4-FFF2-40B4-BE49-F238E27FC236}">
                <a16:creationId xmlns:a16="http://schemas.microsoft.com/office/drawing/2014/main" id="{C550BA98-6C45-A984-DF93-0701B80BB2B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082183" y="1089025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28" name="Рисунок 2">
            <a:extLst>
              <a:ext uri="{FF2B5EF4-FFF2-40B4-BE49-F238E27FC236}">
                <a16:creationId xmlns:a16="http://schemas.microsoft.com/office/drawing/2014/main" id="{DC75003B-9654-D412-381D-0E0A439D54C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2801" y="3538800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29" name="Рисунок 2">
            <a:extLst>
              <a:ext uri="{FF2B5EF4-FFF2-40B4-BE49-F238E27FC236}">
                <a16:creationId xmlns:a16="http://schemas.microsoft.com/office/drawing/2014/main" id="{1AC741F4-4396-01D4-BE78-1EE1ED2074E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22595" y="3538800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30" name="Рисунок 2">
            <a:extLst>
              <a:ext uri="{FF2B5EF4-FFF2-40B4-BE49-F238E27FC236}">
                <a16:creationId xmlns:a16="http://schemas.microsoft.com/office/drawing/2014/main" id="{D6306307-4055-9ECE-843D-14177C66E410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02389" y="3538800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AAD2D874-472D-7B11-2326-B7282BB5905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82183" y="3538800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38970957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eightfill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3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413FC8B5-83F5-6995-4F9F-468DD7321DD7}"/>
              </a:ext>
            </a:extLst>
          </p:cNvPr>
          <p:cNvSpPr/>
          <p:nvPr/>
        </p:nvSpPr>
        <p:spPr>
          <a:xfrm>
            <a:off x="3324050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1DBEC94B-5F15-5F7F-4360-07740CF0501F}"/>
              </a:ext>
            </a:extLst>
          </p:cNvPr>
          <p:cNvSpPr/>
          <p:nvPr/>
        </p:nvSpPr>
        <p:spPr>
          <a:xfrm>
            <a:off x="6202682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28D14D90-F0BC-9E0B-620F-15B1FC1FBD65}"/>
              </a:ext>
            </a:extLst>
          </p:cNvPr>
          <p:cNvSpPr/>
          <p:nvPr/>
        </p:nvSpPr>
        <p:spPr>
          <a:xfrm>
            <a:off x="9085088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C7864DED-754B-42F9-CA7C-30502931EE80}"/>
              </a:ext>
            </a:extLst>
          </p:cNvPr>
          <p:cNvSpPr/>
          <p:nvPr/>
        </p:nvSpPr>
        <p:spPr>
          <a:xfrm>
            <a:off x="442913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8F9A76B-1F4B-90F8-9B5A-74FFE337BA97}"/>
              </a:ext>
            </a:extLst>
          </p:cNvPr>
          <p:cNvSpPr/>
          <p:nvPr/>
        </p:nvSpPr>
        <p:spPr>
          <a:xfrm>
            <a:off x="3324050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CC4E21E7-2296-1683-8F68-AA6EB03A8D15}"/>
              </a:ext>
            </a:extLst>
          </p:cNvPr>
          <p:cNvSpPr/>
          <p:nvPr/>
        </p:nvSpPr>
        <p:spPr>
          <a:xfrm>
            <a:off x="6202682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7D621641-7065-CAD6-DDD1-7435EA29677C}"/>
              </a:ext>
            </a:extLst>
          </p:cNvPr>
          <p:cNvSpPr/>
          <p:nvPr/>
        </p:nvSpPr>
        <p:spPr>
          <a:xfrm>
            <a:off x="9085088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EA605C05-2AFD-AF60-2F35-0F5000ABA4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B2251DA8-9287-BF5E-F3DA-8891D8ACFB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035C1E40-A8B5-8543-ED22-52E4ED7B41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3B1BC470-8B93-C914-E03B-86E9984E09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3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940AB038-3806-A9E6-E1E6-6666FB91CE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2AC246AE-181E-5717-F9D3-5BA80DDC4B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476B0DE0-FC3B-6B49-1FC5-346AD89BBA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1C365549-DB2C-389A-FB5C-818394C2A2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9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2187082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eightstrokecard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3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413FC8B5-83F5-6995-4F9F-468DD7321DD7}"/>
              </a:ext>
            </a:extLst>
          </p:cNvPr>
          <p:cNvSpPr/>
          <p:nvPr/>
        </p:nvSpPr>
        <p:spPr>
          <a:xfrm>
            <a:off x="3324050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1DBEC94B-5F15-5F7F-4360-07740CF0501F}"/>
              </a:ext>
            </a:extLst>
          </p:cNvPr>
          <p:cNvSpPr/>
          <p:nvPr/>
        </p:nvSpPr>
        <p:spPr>
          <a:xfrm>
            <a:off x="6202682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28D14D90-F0BC-9E0B-620F-15B1FC1FBD65}"/>
              </a:ext>
            </a:extLst>
          </p:cNvPr>
          <p:cNvSpPr/>
          <p:nvPr/>
        </p:nvSpPr>
        <p:spPr>
          <a:xfrm>
            <a:off x="9085088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C7864DED-754B-42F9-CA7C-30502931EE80}"/>
              </a:ext>
            </a:extLst>
          </p:cNvPr>
          <p:cNvSpPr/>
          <p:nvPr/>
        </p:nvSpPr>
        <p:spPr>
          <a:xfrm>
            <a:off x="442913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8F9A76B-1F4B-90F8-9B5A-74FFE337BA97}"/>
              </a:ext>
            </a:extLst>
          </p:cNvPr>
          <p:cNvSpPr/>
          <p:nvPr/>
        </p:nvSpPr>
        <p:spPr>
          <a:xfrm>
            <a:off x="3324050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CC4E21E7-2296-1683-8F68-AA6EB03A8D15}"/>
              </a:ext>
            </a:extLst>
          </p:cNvPr>
          <p:cNvSpPr/>
          <p:nvPr/>
        </p:nvSpPr>
        <p:spPr>
          <a:xfrm>
            <a:off x="6202682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7D621641-7065-CAD6-DDD1-7435EA29677C}"/>
              </a:ext>
            </a:extLst>
          </p:cNvPr>
          <p:cNvSpPr/>
          <p:nvPr/>
        </p:nvSpPr>
        <p:spPr>
          <a:xfrm>
            <a:off x="9085088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EA605C05-2AFD-AF60-2F35-0F5000ABA4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B2251DA8-9287-BF5E-F3DA-8891D8ACFB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035C1E40-A8B5-8543-ED22-52E4ED7B41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3B1BC470-8B93-C914-E03B-86E9984E09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3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940AB038-3806-A9E6-E1E6-6666FB91CE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2AC246AE-181E-5717-F9D3-5BA80DDC4B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476B0DE0-FC3B-6B49-1FC5-346AD89BBA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1C365549-DB2C-389A-FB5C-818394C2A2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9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97243990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eightfill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3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413FC8B5-83F5-6995-4F9F-468DD7321DD7}"/>
              </a:ext>
            </a:extLst>
          </p:cNvPr>
          <p:cNvSpPr/>
          <p:nvPr/>
        </p:nvSpPr>
        <p:spPr>
          <a:xfrm>
            <a:off x="3324050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1DBEC94B-5F15-5F7F-4360-07740CF0501F}"/>
              </a:ext>
            </a:extLst>
          </p:cNvPr>
          <p:cNvSpPr/>
          <p:nvPr/>
        </p:nvSpPr>
        <p:spPr>
          <a:xfrm>
            <a:off x="6202682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28D14D90-F0BC-9E0B-620F-15B1FC1FBD65}"/>
              </a:ext>
            </a:extLst>
          </p:cNvPr>
          <p:cNvSpPr/>
          <p:nvPr/>
        </p:nvSpPr>
        <p:spPr>
          <a:xfrm>
            <a:off x="9085088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C7864DED-754B-42F9-CA7C-30502931EE80}"/>
              </a:ext>
            </a:extLst>
          </p:cNvPr>
          <p:cNvSpPr/>
          <p:nvPr/>
        </p:nvSpPr>
        <p:spPr>
          <a:xfrm>
            <a:off x="442913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8F9A76B-1F4B-90F8-9B5A-74FFE337BA97}"/>
              </a:ext>
            </a:extLst>
          </p:cNvPr>
          <p:cNvSpPr/>
          <p:nvPr/>
        </p:nvSpPr>
        <p:spPr>
          <a:xfrm>
            <a:off x="3324050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CC4E21E7-2296-1683-8F68-AA6EB03A8D15}"/>
              </a:ext>
            </a:extLst>
          </p:cNvPr>
          <p:cNvSpPr/>
          <p:nvPr/>
        </p:nvSpPr>
        <p:spPr>
          <a:xfrm>
            <a:off x="6202682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7D621641-7065-CAD6-DDD1-7435EA29677C}"/>
              </a:ext>
            </a:extLst>
          </p:cNvPr>
          <p:cNvSpPr/>
          <p:nvPr/>
        </p:nvSpPr>
        <p:spPr>
          <a:xfrm>
            <a:off x="9085088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7BF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885E0B73-E3D5-ABE5-0637-FD817647DC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6A616A6A-9CE0-6472-C118-2AF3FAAECF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6BD5636F-0711-DE61-7A24-BED54D4274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46A897C8-F26A-D591-49AE-0702317969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C2492E94-7C5D-4EEB-1A76-6DFFC419F5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28F38B76-AAFD-C74D-249A-20F9CC03E1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F9214D19-3CFF-5B3B-4366-484EA9AF88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3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289F662D-6914-2282-AC00-DFCF132018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3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C21ACE1C-0B14-C58D-DAF9-B97C96591A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2E92C32A-A923-7010-EC29-C9044BAA71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06BC414C-9E3A-E824-851A-0238B5C16F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090A4DFA-6D6F-31F0-2C94-C188B206F7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1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8F6A7DB3-A6AF-73AE-2EE7-DC92F35FEC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9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8D7FEA53-B7F5-3E60-A88D-1FAF63045F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9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63A3C3C7-DC51-44DB-A596-4F1742BB9E1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9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597A34A6-2CB5-F66B-B68C-90DC7A04C0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9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008852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eightstrokecard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r>
              <a:rPr lang="ru-RU"/>
              <a:t>Заголовок</a:t>
            </a:r>
            <a:endParaRPr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A5FDDF1-B51B-69BB-0C66-B1ADC385C835}"/>
              </a:ext>
            </a:extLst>
          </p:cNvPr>
          <p:cNvSpPr/>
          <p:nvPr/>
        </p:nvSpPr>
        <p:spPr>
          <a:xfrm>
            <a:off x="442913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413FC8B5-83F5-6995-4F9F-468DD7321DD7}"/>
              </a:ext>
            </a:extLst>
          </p:cNvPr>
          <p:cNvSpPr/>
          <p:nvPr/>
        </p:nvSpPr>
        <p:spPr>
          <a:xfrm>
            <a:off x="3324050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1DBEC94B-5F15-5F7F-4360-07740CF0501F}"/>
              </a:ext>
            </a:extLst>
          </p:cNvPr>
          <p:cNvSpPr/>
          <p:nvPr/>
        </p:nvSpPr>
        <p:spPr>
          <a:xfrm>
            <a:off x="6202682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28D14D90-F0BC-9E0B-620F-15B1FC1FBD65}"/>
              </a:ext>
            </a:extLst>
          </p:cNvPr>
          <p:cNvSpPr/>
          <p:nvPr/>
        </p:nvSpPr>
        <p:spPr>
          <a:xfrm>
            <a:off x="9085088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C7864DED-754B-42F9-CA7C-30502931EE80}"/>
              </a:ext>
            </a:extLst>
          </p:cNvPr>
          <p:cNvSpPr/>
          <p:nvPr/>
        </p:nvSpPr>
        <p:spPr>
          <a:xfrm>
            <a:off x="442913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8F9A76B-1F4B-90F8-9B5A-74FFE337BA97}"/>
              </a:ext>
            </a:extLst>
          </p:cNvPr>
          <p:cNvSpPr/>
          <p:nvPr/>
        </p:nvSpPr>
        <p:spPr>
          <a:xfrm>
            <a:off x="3324050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CC4E21E7-2296-1683-8F68-AA6EB03A8D15}"/>
              </a:ext>
            </a:extLst>
          </p:cNvPr>
          <p:cNvSpPr/>
          <p:nvPr/>
        </p:nvSpPr>
        <p:spPr>
          <a:xfrm>
            <a:off x="6202682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7D621641-7065-CAD6-DDD1-7435EA29677C}"/>
              </a:ext>
            </a:extLst>
          </p:cNvPr>
          <p:cNvSpPr/>
          <p:nvPr/>
        </p:nvSpPr>
        <p:spPr>
          <a:xfrm>
            <a:off x="9085088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007D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Текст 4">
            <a:extLst>
              <a:ext uri="{FF2B5EF4-FFF2-40B4-BE49-F238E27FC236}">
                <a16:creationId xmlns:a16="http://schemas.microsoft.com/office/drawing/2014/main" id="{885E0B73-E3D5-ABE5-0637-FD817647DC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6A616A6A-9CE0-6472-C118-2AF3FAAECF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6BD5636F-0711-DE61-7A24-BED54D4274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46A897C8-F26A-D591-49AE-0702317969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C2492E94-7C5D-4EEB-1A76-6DFFC419F5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28F38B76-AAFD-C74D-249A-20F9CC03E1C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F9214D19-3CFF-5B3B-4366-484EA9AF88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3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289F662D-6914-2282-AC00-DFCF132018B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3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C21ACE1C-0B14-C58D-DAF9-B97C96591A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2E92C32A-A923-7010-EC29-C9044BAA71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06BC414C-9E3A-E824-851A-0238B5C16F9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090A4DFA-6D6F-31F0-2C94-C188B206F7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1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8F6A7DB3-A6AF-73AE-2EE7-DC92F35FEC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9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8D7FEA53-B7F5-3E60-A88D-1FAF63045F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9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63A3C3C7-DC51-44DB-A596-4F1742BB9E1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9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007D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597A34A6-2CB5-F66B-B68C-90DC7A04C0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9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chemeClr val="accent6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82928558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empty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26255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wotext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Текст 3">
            <a:extLst>
              <a:ext uri="{FF2B5EF4-FFF2-40B4-BE49-F238E27FC236}">
                <a16:creationId xmlns:a16="http://schemas.microsoft.com/office/drawing/2014/main" id="{BDE53FE7-D931-4034-6365-F8B340C8CC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5545137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/>
              <a:t>Текст слайда</a:t>
            </a:r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F031D93F-20D1-0906-9EDF-040A8F29B1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03952" y="1089025"/>
            <a:ext cx="5545137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2711184491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accent_text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Текст 3">
            <a:extLst>
              <a:ext uri="{FF2B5EF4-FFF2-40B4-BE49-F238E27FC236}">
                <a16:creationId xmlns:a16="http://schemas.microsoft.com/office/drawing/2014/main" id="{7097B5F9-E5D2-1116-D5D5-D52DFB2AF7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11302400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5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</a:defRPr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1038527595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ext+photo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8" name="Текст 3">
            <a:extLst>
              <a:ext uri="{FF2B5EF4-FFF2-40B4-BE49-F238E27FC236}">
                <a16:creationId xmlns:a16="http://schemas.microsoft.com/office/drawing/2014/main" id="{9B32FFB2-A277-15C6-6A85-00F517B2B5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7453312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/>
              <a:t>Текст слайда</a:t>
            </a:r>
          </a:p>
        </p:txBody>
      </p:sp>
      <p:sp>
        <p:nvSpPr>
          <p:cNvPr id="2" name="Рисунок 2">
            <a:extLst>
              <a:ext uri="{FF2B5EF4-FFF2-40B4-BE49-F238E27FC236}">
                <a16:creationId xmlns:a16="http://schemas.microsoft.com/office/drawing/2014/main" id="{00A7E657-2A75-45F4-98CD-A023A869BA3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12125" y="1089024"/>
            <a:ext cx="3636964" cy="4679949"/>
          </a:xfrm>
          <a:prstGeom prst="roundRect">
            <a:avLst>
              <a:gd name="adj" fmla="val 573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4165371778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ext+photo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Рисунок 2">
            <a:extLst>
              <a:ext uri="{FF2B5EF4-FFF2-40B4-BE49-F238E27FC236}">
                <a16:creationId xmlns:a16="http://schemas.microsoft.com/office/drawing/2014/main" id="{799BC7C0-32DC-7C5C-C973-0804205F3FA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2" y="1089025"/>
            <a:ext cx="5545137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9B32FFB2-A277-15C6-6A85-00F517B2B5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5545137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154640020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ext+photo_3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Рисунок 2">
            <a:extLst>
              <a:ext uri="{FF2B5EF4-FFF2-40B4-BE49-F238E27FC236}">
                <a16:creationId xmlns:a16="http://schemas.microsoft.com/office/drawing/2014/main" id="{799BC7C0-32DC-7C5C-C973-0804205F3FA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295776" y="1089025"/>
            <a:ext cx="7453314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9B32FFB2-A277-15C6-6A85-00F517B2B5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4" y="1089025"/>
            <a:ext cx="3636962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4152626460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photo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Рисунок 2">
            <a:extLst>
              <a:ext uri="{FF2B5EF4-FFF2-40B4-BE49-F238E27FC236}">
                <a16:creationId xmlns:a16="http://schemas.microsoft.com/office/drawing/2014/main" id="{1CC9D233-257B-4311-9738-8E6F204DAE4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2913" y="1089025"/>
            <a:ext cx="11302400" cy="468000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893602673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photo+photo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Рисунок 2">
            <a:extLst>
              <a:ext uri="{FF2B5EF4-FFF2-40B4-BE49-F238E27FC236}">
                <a16:creationId xmlns:a16="http://schemas.microsoft.com/office/drawing/2014/main" id="{1CC9D233-257B-4311-9738-8E6F204DAE4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2913" y="1089025"/>
            <a:ext cx="5545137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FC36DBE-14A6-70EC-7F77-AF51FB2A889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2" y="1089025"/>
            <a:ext cx="5545137" cy="4679950"/>
          </a:xfrm>
          <a:prstGeom prst="roundRect">
            <a:avLst>
              <a:gd name="adj" fmla="val 4508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1261705455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wofill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8423842-810C-6583-599F-20F0405B0D29}"/>
              </a:ext>
            </a:extLst>
          </p:cNvPr>
          <p:cNvSpPr/>
          <p:nvPr/>
        </p:nvSpPr>
        <p:spPr>
          <a:xfrm>
            <a:off x="442912" y="1089025"/>
            <a:ext cx="5545137" cy="4679950"/>
          </a:xfrm>
          <a:prstGeom prst="roundRect">
            <a:avLst>
              <a:gd name="adj" fmla="val 4304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7E8A7A45-CFCA-54E5-E520-51407FD117E7}"/>
              </a:ext>
            </a:extLst>
          </p:cNvPr>
          <p:cNvSpPr/>
          <p:nvPr/>
        </p:nvSpPr>
        <p:spPr>
          <a:xfrm>
            <a:off x="6203953" y="1089025"/>
            <a:ext cx="5545137" cy="4679950"/>
          </a:xfrm>
          <a:prstGeom prst="roundRect">
            <a:avLst>
              <a:gd name="adj" fmla="val 4304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39B7962B-DED1-87E6-01DA-4B50AAFF0E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1ADFA65A-1022-9227-9DE4-6A7A7A4606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1" y="1306800"/>
            <a:ext cx="511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012993734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wostroke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8423842-810C-6583-599F-20F0405B0D29}"/>
              </a:ext>
            </a:extLst>
          </p:cNvPr>
          <p:cNvSpPr/>
          <p:nvPr/>
        </p:nvSpPr>
        <p:spPr>
          <a:xfrm>
            <a:off x="442912" y="1089025"/>
            <a:ext cx="5545137" cy="4679950"/>
          </a:xfrm>
          <a:prstGeom prst="roundRect">
            <a:avLst>
              <a:gd name="adj" fmla="val 4304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7E8A7A45-CFCA-54E5-E520-51407FD117E7}"/>
              </a:ext>
            </a:extLst>
          </p:cNvPr>
          <p:cNvSpPr/>
          <p:nvPr/>
        </p:nvSpPr>
        <p:spPr>
          <a:xfrm>
            <a:off x="6203953" y="1089025"/>
            <a:ext cx="5545137" cy="4679950"/>
          </a:xfrm>
          <a:prstGeom prst="roundRect">
            <a:avLst>
              <a:gd name="adj" fmla="val 4304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39B7962B-DED1-87E6-01DA-4B50AAFF0E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1ADFA65A-1022-9227-9DE4-6A7A7A4606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1" y="1306800"/>
            <a:ext cx="511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7620110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wofill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07265DF0-5C9D-6540-AF5F-CC982A068FB3}"/>
              </a:ext>
            </a:extLst>
          </p:cNvPr>
          <p:cNvSpPr/>
          <p:nvPr/>
        </p:nvSpPr>
        <p:spPr>
          <a:xfrm>
            <a:off x="442912" y="1089025"/>
            <a:ext cx="5545137" cy="4679950"/>
          </a:xfrm>
          <a:prstGeom prst="roundRect">
            <a:avLst>
              <a:gd name="adj" fmla="val 4304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BBE0DFB-0E8F-01B5-4C6B-A42E4B0884E2}"/>
              </a:ext>
            </a:extLst>
          </p:cNvPr>
          <p:cNvSpPr/>
          <p:nvPr/>
        </p:nvSpPr>
        <p:spPr>
          <a:xfrm>
            <a:off x="6203953" y="1089025"/>
            <a:ext cx="5545137" cy="4679950"/>
          </a:xfrm>
          <a:prstGeom prst="roundRect">
            <a:avLst>
              <a:gd name="adj" fmla="val 4304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7A7D37D4-5B7E-2A5E-5BE5-DCB2BE5ACC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F0C9A01-6522-8D9E-43A6-8266542CAC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511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AD983B69-3937-8D79-6FA4-86B8C6C136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0" y="1306800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3944C53F-922E-8C9E-9719-D0420B7E22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774800"/>
            <a:ext cx="511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25192275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wostroke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07265DF0-5C9D-6540-AF5F-CC982A068FB3}"/>
              </a:ext>
            </a:extLst>
          </p:cNvPr>
          <p:cNvSpPr/>
          <p:nvPr/>
        </p:nvSpPr>
        <p:spPr>
          <a:xfrm>
            <a:off x="442912" y="1089025"/>
            <a:ext cx="5545137" cy="4679950"/>
          </a:xfrm>
          <a:prstGeom prst="roundRect">
            <a:avLst>
              <a:gd name="adj" fmla="val 4304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BBE0DFB-0E8F-01B5-4C6B-A42E4B0884E2}"/>
              </a:ext>
            </a:extLst>
          </p:cNvPr>
          <p:cNvSpPr/>
          <p:nvPr/>
        </p:nvSpPr>
        <p:spPr>
          <a:xfrm>
            <a:off x="6203953" y="1089025"/>
            <a:ext cx="5545137" cy="4679950"/>
          </a:xfrm>
          <a:prstGeom prst="roundRect">
            <a:avLst>
              <a:gd name="adj" fmla="val 4304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7A7D37D4-5B7E-2A5E-5BE5-DCB2BE5ACC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F0C9A01-6522-8D9E-43A6-8266542CAC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511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AD983B69-3937-8D79-6FA4-86B8C6C136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0" y="1306800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3944C53F-922E-8C9E-9719-D0420B7E22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774800"/>
            <a:ext cx="511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73497708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ext+twophotos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Рисунок 2">
            <a:extLst>
              <a:ext uri="{FF2B5EF4-FFF2-40B4-BE49-F238E27FC236}">
                <a16:creationId xmlns:a16="http://schemas.microsoft.com/office/drawing/2014/main" id="{AE59D84B-21BC-2F5C-C2C7-6E340C50BA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952" y="3538800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44AD7558-9074-2F4B-F4FE-5D8B0833416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2" y="1089025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2796F1ED-7E74-2960-6605-BA2F0B3F7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089025"/>
            <a:ext cx="5545137" cy="46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  <a:lvl2pPr marL="317516" indent="0">
              <a:buNone/>
              <a:defRPr sz="2000"/>
            </a:lvl2pPr>
            <a:lvl3pPr marL="635032" indent="0">
              <a:buNone/>
              <a:defRPr sz="2000"/>
            </a:lvl3pPr>
            <a:lvl4pPr marL="952548" indent="0">
              <a:buNone/>
              <a:defRPr sz="2000"/>
            </a:lvl4pPr>
            <a:lvl5pPr marL="1270063" indent="0">
              <a:buNone/>
              <a:defRPr sz="2000"/>
            </a:lvl5pPr>
          </a:lstStyle>
          <a:p>
            <a:pPr lvl="0"/>
            <a:r>
              <a:rPr lang="ru-RU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1336409055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fourphotos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Рисунок 2">
            <a:extLst>
              <a:ext uri="{FF2B5EF4-FFF2-40B4-BE49-F238E27FC236}">
                <a16:creationId xmlns:a16="http://schemas.microsoft.com/office/drawing/2014/main" id="{BCC1F799-C05C-E25E-C743-ABA02A32905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952" y="3538800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CEE7232-80F1-6FFE-FC0D-F1B58043B49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203952" y="1089025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2B75CADA-A515-185A-A236-D2C44D0DA1F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42800" y="3538800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C0DF9BE4-8E40-6C77-8228-BC2CF2E35E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800" y="1089025"/>
            <a:ext cx="5545137" cy="2232000"/>
          </a:xfrm>
          <a:prstGeom prst="roundRect">
            <a:avLst>
              <a:gd name="adj" fmla="val 925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1309330519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fourfill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8DBA3BB-1112-9496-AB42-D90301D0B2D8}"/>
              </a:ext>
            </a:extLst>
          </p:cNvPr>
          <p:cNvSpPr/>
          <p:nvPr/>
        </p:nvSpPr>
        <p:spPr>
          <a:xfrm>
            <a:off x="442912" y="1089025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A52A98B-1C3B-6FC0-AD3A-52D8F58345A1}"/>
              </a:ext>
            </a:extLst>
          </p:cNvPr>
          <p:cNvSpPr/>
          <p:nvPr/>
        </p:nvSpPr>
        <p:spPr>
          <a:xfrm>
            <a:off x="6201314" y="1089025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24CC6A4D-6102-CB23-6B59-60A416A7850F}"/>
              </a:ext>
            </a:extLst>
          </p:cNvPr>
          <p:cNvSpPr/>
          <p:nvPr/>
        </p:nvSpPr>
        <p:spPr>
          <a:xfrm>
            <a:off x="442912" y="3538800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819D83AE-9648-2BE1-14E0-8646703AFAE8}"/>
              </a:ext>
            </a:extLst>
          </p:cNvPr>
          <p:cNvSpPr/>
          <p:nvPr/>
        </p:nvSpPr>
        <p:spPr>
          <a:xfrm>
            <a:off x="6201314" y="3538800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0EF166D2-DE6E-C269-AB2E-F8A4D4FD58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39EC0DDD-D1B7-3F0C-7222-B0E996D2A3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1" y="1306800"/>
            <a:ext cx="511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41C971D3-B48E-FC22-3294-4A0E216FAA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3754800"/>
            <a:ext cx="511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AD59B1EE-8CE7-54C1-01A7-AF2CCE4242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521" y="3754800"/>
            <a:ext cx="511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747688023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fourstroke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E8DBA3BB-1112-9496-AB42-D90301D0B2D8}"/>
              </a:ext>
            </a:extLst>
          </p:cNvPr>
          <p:cNvSpPr/>
          <p:nvPr/>
        </p:nvSpPr>
        <p:spPr>
          <a:xfrm>
            <a:off x="442912" y="1089025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A52A98B-1C3B-6FC0-AD3A-52D8F58345A1}"/>
              </a:ext>
            </a:extLst>
          </p:cNvPr>
          <p:cNvSpPr/>
          <p:nvPr/>
        </p:nvSpPr>
        <p:spPr>
          <a:xfrm>
            <a:off x="6201314" y="1089025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24CC6A4D-6102-CB23-6B59-60A416A7850F}"/>
              </a:ext>
            </a:extLst>
          </p:cNvPr>
          <p:cNvSpPr/>
          <p:nvPr/>
        </p:nvSpPr>
        <p:spPr>
          <a:xfrm>
            <a:off x="442912" y="3538800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819D83AE-9648-2BE1-14E0-8646703AFAE8}"/>
              </a:ext>
            </a:extLst>
          </p:cNvPr>
          <p:cNvSpPr/>
          <p:nvPr/>
        </p:nvSpPr>
        <p:spPr>
          <a:xfrm>
            <a:off x="6201314" y="3538800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0EF166D2-DE6E-C269-AB2E-F8A4D4FD58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39EC0DDD-D1B7-3F0C-7222-B0E996D2A3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20521" y="1306800"/>
            <a:ext cx="511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41C971D3-B48E-FC22-3294-4A0E216FAA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3754800"/>
            <a:ext cx="511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AD59B1EE-8CE7-54C1-01A7-AF2CCE4242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20521" y="3754800"/>
            <a:ext cx="511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826176293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fourfill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D453C533-157A-ED9C-11AF-D62E7D0854EC}"/>
              </a:ext>
            </a:extLst>
          </p:cNvPr>
          <p:cNvSpPr/>
          <p:nvPr/>
        </p:nvSpPr>
        <p:spPr>
          <a:xfrm>
            <a:off x="442912" y="1089025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7F4E6615-4251-3EFE-1FC4-8A0B155CBA14}"/>
              </a:ext>
            </a:extLst>
          </p:cNvPr>
          <p:cNvSpPr/>
          <p:nvPr/>
        </p:nvSpPr>
        <p:spPr>
          <a:xfrm>
            <a:off x="6201314" y="1090238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09B9E4BD-A5B1-B5AC-563F-2B77C3F6ADEE}"/>
              </a:ext>
            </a:extLst>
          </p:cNvPr>
          <p:cNvSpPr/>
          <p:nvPr/>
        </p:nvSpPr>
        <p:spPr>
          <a:xfrm>
            <a:off x="442912" y="3538800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C32D6178-2003-0BCE-E543-9B62D924C8D2}"/>
              </a:ext>
            </a:extLst>
          </p:cNvPr>
          <p:cNvSpPr/>
          <p:nvPr/>
        </p:nvSpPr>
        <p:spPr>
          <a:xfrm>
            <a:off x="6201314" y="3538800"/>
            <a:ext cx="5544000" cy="2232000"/>
          </a:xfrm>
          <a:prstGeom prst="roundRect">
            <a:avLst>
              <a:gd name="adj" fmla="val 9283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2B9035FA-884D-E6A2-946C-FC9B72FC58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3EEA9477-458F-781F-B6AF-4298AE56B9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511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D72E4EEC-EEB3-3285-C0AF-8ACED4C5E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0" y="1306800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40803004-BE95-4530-0CE7-AE7E0B3A6D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774800"/>
            <a:ext cx="511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3F0F3516-973F-92A9-A46B-682D7653CA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00" y="3753538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805766F4-E326-F629-42D9-CCC3F8CED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00" y="4221538"/>
            <a:ext cx="511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6EF18F44-8F36-B20A-0CE1-6119C94473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9850" y="3753538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4DEE572B-54B7-BFF5-DDD5-82ADCEBD77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19850" y="4221538"/>
            <a:ext cx="511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063609774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fourstroke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D453C533-157A-ED9C-11AF-D62E7D0854EC}"/>
              </a:ext>
            </a:extLst>
          </p:cNvPr>
          <p:cNvSpPr/>
          <p:nvPr/>
        </p:nvSpPr>
        <p:spPr>
          <a:xfrm>
            <a:off x="442912" y="1089025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7F4E6615-4251-3EFE-1FC4-8A0B155CBA14}"/>
              </a:ext>
            </a:extLst>
          </p:cNvPr>
          <p:cNvSpPr/>
          <p:nvPr/>
        </p:nvSpPr>
        <p:spPr>
          <a:xfrm>
            <a:off x="6201314" y="1090238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09B9E4BD-A5B1-B5AC-563F-2B77C3F6ADEE}"/>
              </a:ext>
            </a:extLst>
          </p:cNvPr>
          <p:cNvSpPr/>
          <p:nvPr/>
        </p:nvSpPr>
        <p:spPr>
          <a:xfrm>
            <a:off x="442912" y="3538800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C32D6178-2003-0BCE-E543-9B62D924C8D2}"/>
              </a:ext>
            </a:extLst>
          </p:cNvPr>
          <p:cNvSpPr/>
          <p:nvPr/>
        </p:nvSpPr>
        <p:spPr>
          <a:xfrm>
            <a:off x="6201314" y="3538800"/>
            <a:ext cx="5544000" cy="2232000"/>
          </a:xfrm>
          <a:prstGeom prst="roundRect">
            <a:avLst>
              <a:gd name="adj" fmla="val 9283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2B9035FA-884D-E6A2-946C-FC9B72FC58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3EEA9477-458F-781F-B6AF-4298AE56B9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511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D72E4EEC-EEB3-3285-C0AF-8ACED4C5E7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850" y="1306800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40803004-BE95-4530-0CE7-AE7E0B3A6D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19850" y="1774800"/>
            <a:ext cx="511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3F0F3516-973F-92A9-A46B-682D7653CA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8800" y="3753538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805766F4-E326-F629-42D9-CCC3F8CED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8800" y="4221538"/>
            <a:ext cx="511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6EF18F44-8F36-B20A-0CE1-6119C94473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9850" y="3753538"/>
            <a:ext cx="511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4DEE572B-54B7-BFF5-DDD5-82ADCEBD77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19850" y="4221538"/>
            <a:ext cx="511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151467117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hreephotos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Рисунок 2">
            <a:extLst>
              <a:ext uri="{FF2B5EF4-FFF2-40B4-BE49-F238E27FC236}">
                <a16:creationId xmlns:a16="http://schemas.microsoft.com/office/drawing/2014/main" id="{0478DC82-ACEB-E80E-39F4-B4AB77DAA63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96225" y="1089024"/>
            <a:ext cx="3600000" cy="4679949"/>
          </a:xfrm>
          <a:prstGeom prst="roundRect">
            <a:avLst>
              <a:gd name="adj" fmla="val 573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BABEE836-BA1D-2180-9AE6-859EED6F2A9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112125" y="1089024"/>
            <a:ext cx="3636964" cy="4679949"/>
          </a:xfrm>
          <a:prstGeom prst="roundRect">
            <a:avLst>
              <a:gd name="adj" fmla="val 573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9" name="Рисунок 2">
            <a:extLst>
              <a:ext uri="{FF2B5EF4-FFF2-40B4-BE49-F238E27FC236}">
                <a16:creationId xmlns:a16="http://schemas.microsoft.com/office/drawing/2014/main" id="{DE128ECF-E1D8-04ED-F93C-1C8EAF59D4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801" y="1089024"/>
            <a:ext cx="3636964" cy="4679949"/>
          </a:xfrm>
          <a:prstGeom prst="roundRect">
            <a:avLst>
              <a:gd name="adj" fmla="val 5739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3925492987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hreefill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1B635CA-96A4-7AD1-5547-5A4112374036}"/>
              </a:ext>
            </a:extLst>
          </p:cNvPr>
          <p:cNvSpPr/>
          <p:nvPr/>
        </p:nvSpPr>
        <p:spPr>
          <a:xfrm>
            <a:off x="442911" y="1089025"/>
            <a:ext cx="3636963" cy="4679950"/>
          </a:xfrm>
          <a:prstGeom prst="roundRect">
            <a:avLst>
              <a:gd name="adj" fmla="val 561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1ECD17-63EA-E297-8306-5508E403BA27}"/>
              </a:ext>
            </a:extLst>
          </p:cNvPr>
          <p:cNvSpPr/>
          <p:nvPr/>
        </p:nvSpPr>
        <p:spPr>
          <a:xfrm>
            <a:off x="8112125" y="1089025"/>
            <a:ext cx="3636965" cy="4679950"/>
          </a:xfrm>
          <a:prstGeom prst="roundRect">
            <a:avLst>
              <a:gd name="adj" fmla="val 561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CCC1322D-07A1-97C0-43B3-2C92799B60A7}"/>
              </a:ext>
            </a:extLst>
          </p:cNvPr>
          <p:cNvSpPr/>
          <p:nvPr/>
        </p:nvSpPr>
        <p:spPr>
          <a:xfrm>
            <a:off x="4295774" y="1089025"/>
            <a:ext cx="3600451" cy="4679950"/>
          </a:xfrm>
          <a:prstGeom prst="roundRect">
            <a:avLst>
              <a:gd name="adj" fmla="val 561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FCBB0EA-0BFA-3952-E23C-42D1C0ABC0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9D62EA5D-5B04-4799-F85A-D77E01732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0800" y="1306800"/>
            <a:ext cx="3168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9A19E276-9CD7-3BA8-B95C-6E0D176CEA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607" y="1306800"/>
            <a:ext cx="3204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840102685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hreestroke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1B635CA-96A4-7AD1-5547-5A4112374036}"/>
              </a:ext>
            </a:extLst>
          </p:cNvPr>
          <p:cNvSpPr/>
          <p:nvPr/>
        </p:nvSpPr>
        <p:spPr>
          <a:xfrm>
            <a:off x="442911" y="1089025"/>
            <a:ext cx="3636963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1ECD17-63EA-E297-8306-5508E403BA27}"/>
              </a:ext>
            </a:extLst>
          </p:cNvPr>
          <p:cNvSpPr/>
          <p:nvPr/>
        </p:nvSpPr>
        <p:spPr>
          <a:xfrm>
            <a:off x="8112125" y="1089025"/>
            <a:ext cx="3636965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CCC1322D-07A1-97C0-43B3-2C92799B60A7}"/>
              </a:ext>
            </a:extLst>
          </p:cNvPr>
          <p:cNvSpPr/>
          <p:nvPr/>
        </p:nvSpPr>
        <p:spPr>
          <a:xfrm>
            <a:off x="4295774" y="1089025"/>
            <a:ext cx="3600451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FCBB0EA-0BFA-3952-E23C-42D1C0ABC0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9D62EA5D-5B04-4799-F85A-D77E01732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0800" y="1306800"/>
            <a:ext cx="3168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9A19E276-9CD7-3BA8-B95C-6E0D176CEA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607" y="1306800"/>
            <a:ext cx="3204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729255819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hreefill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A3D225A-5F35-4C1A-9636-0763B4F15187}"/>
              </a:ext>
            </a:extLst>
          </p:cNvPr>
          <p:cNvSpPr/>
          <p:nvPr/>
        </p:nvSpPr>
        <p:spPr>
          <a:xfrm>
            <a:off x="442911" y="1089025"/>
            <a:ext cx="3636963" cy="4679950"/>
          </a:xfrm>
          <a:prstGeom prst="roundRect">
            <a:avLst>
              <a:gd name="adj" fmla="val 561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F9DFC2BF-F4FE-945B-BB81-9BBFE928792E}"/>
              </a:ext>
            </a:extLst>
          </p:cNvPr>
          <p:cNvSpPr/>
          <p:nvPr/>
        </p:nvSpPr>
        <p:spPr>
          <a:xfrm>
            <a:off x="8112125" y="1089025"/>
            <a:ext cx="3636965" cy="4679950"/>
          </a:xfrm>
          <a:prstGeom prst="roundRect">
            <a:avLst>
              <a:gd name="adj" fmla="val 561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6355B7A9-EC58-08DB-6CF0-4F27F4055F4F}"/>
              </a:ext>
            </a:extLst>
          </p:cNvPr>
          <p:cNvSpPr/>
          <p:nvPr/>
        </p:nvSpPr>
        <p:spPr>
          <a:xfrm>
            <a:off x="4295774" y="1089025"/>
            <a:ext cx="3600451" cy="4679950"/>
          </a:xfrm>
          <a:prstGeom prst="roundRect">
            <a:avLst>
              <a:gd name="adj" fmla="val 561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0590AC6A-DD48-9899-D5EC-0B41C4358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1ECD6316-3255-BFC1-D68F-3B7AE7238A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3204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71583E61-F077-614B-9021-D67D5F6FA1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800" y="1306800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B687091-DC26-4BAA-2F49-01C19AD1D7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1774800"/>
            <a:ext cx="3168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81698BE6-E79E-190A-49AF-D16ED32805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9200" y="1306800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52E8703A-2707-A71C-6A7F-5EB85CC9A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9200" y="1774800"/>
            <a:ext cx="3204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005781436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threestroke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A3D225A-5F35-4C1A-9636-0763B4F15187}"/>
              </a:ext>
            </a:extLst>
          </p:cNvPr>
          <p:cNvSpPr/>
          <p:nvPr/>
        </p:nvSpPr>
        <p:spPr>
          <a:xfrm>
            <a:off x="442911" y="1089025"/>
            <a:ext cx="3636963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F9DFC2BF-F4FE-945B-BB81-9BBFE928792E}"/>
              </a:ext>
            </a:extLst>
          </p:cNvPr>
          <p:cNvSpPr/>
          <p:nvPr/>
        </p:nvSpPr>
        <p:spPr>
          <a:xfrm>
            <a:off x="8112125" y="1089025"/>
            <a:ext cx="3636965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6355B7A9-EC58-08DB-6CF0-4F27F4055F4F}"/>
              </a:ext>
            </a:extLst>
          </p:cNvPr>
          <p:cNvSpPr/>
          <p:nvPr/>
        </p:nvSpPr>
        <p:spPr>
          <a:xfrm>
            <a:off x="4295774" y="1089025"/>
            <a:ext cx="3600451" cy="4679950"/>
          </a:xfrm>
          <a:prstGeom prst="roundRect">
            <a:avLst>
              <a:gd name="adj" fmla="val 561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0590AC6A-DD48-9899-D5EC-0B41C4358D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1ECD6316-3255-BFC1-D68F-3B7AE7238A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3204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71583E61-F077-614B-9021-D67D5F6FA1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800" y="1306800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CB687091-DC26-4BAA-2F49-01C19AD1D7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1774800"/>
            <a:ext cx="3168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81698BE6-E79E-190A-49AF-D16ED328052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9200" y="1306800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52E8703A-2707-A71C-6A7F-5EB85CC9A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9200" y="1774800"/>
            <a:ext cx="3204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448822377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sixphotos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Рисунок 2">
            <a:extLst>
              <a:ext uri="{FF2B5EF4-FFF2-40B4-BE49-F238E27FC236}">
                <a16:creationId xmlns:a16="http://schemas.microsoft.com/office/drawing/2014/main" id="{4B42D62A-720D-6CDF-A19D-4B3FCF94B44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2801" y="1089025"/>
            <a:ext cx="3636964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19A5918B-EC5E-4897-0BEF-324D5FD0F09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42801" y="3538799"/>
            <a:ext cx="3636964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9" name="Рисунок 2">
            <a:extLst>
              <a:ext uri="{FF2B5EF4-FFF2-40B4-BE49-F238E27FC236}">
                <a16:creationId xmlns:a16="http://schemas.microsoft.com/office/drawing/2014/main" id="{BE6C37F6-E570-859D-20D3-8DBE6527EE4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08350" y="1089025"/>
            <a:ext cx="3636964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838C3528-E342-FC72-408A-5CDF585409C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08350" y="3538799"/>
            <a:ext cx="3636964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1A342409-4246-B387-9324-8DD05281972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294057" y="1089025"/>
            <a:ext cx="3600000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9990A71B-6F07-292F-92CB-88DB7EDF07B5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94057" y="3538799"/>
            <a:ext cx="3600000" cy="2230176"/>
          </a:xfrm>
          <a:prstGeom prst="roundRect">
            <a:avLst>
              <a:gd name="adj" fmla="val 9192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1721265172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sixfill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683BB279-2459-CB2C-0451-AF89C1CEF6BC}"/>
              </a:ext>
            </a:extLst>
          </p:cNvPr>
          <p:cNvSpPr/>
          <p:nvPr/>
        </p:nvSpPr>
        <p:spPr>
          <a:xfrm>
            <a:off x="442911" y="1089025"/>
            <a:ext cx="3636963" cy="2232000"/>
          </a:xfrm>
          <a:prstGeom prst="roundRect">
            <a:avLst>
              <a:gd name="adj" fmla="val 923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D67009BD-7452-34FC-B58F-130BBC809EAF}"/>
              </a:ext>
            </a:extLst>
          </p:cNvPr>
          <p:cNvSpPr/>
          <p:nvPr/>
        </p:nvSpPr>
        <p:spPr>
          <a:xfrm>
            <a:off x="8112125" y="1089025"/>
            <a:ext cx="3636965" cy="2232000"/>
          </a:xfrm>
          <a:prstGeom prst="roundRect">
            <a:avLst>
              <a:gd name="adj" fmla="val 9315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7447C956-1E0D-0F5B-B620-5A2D2B7F84C7}"/>
              </a:ext>
            </a:extLst>
          </p:cNvPr>
          <p:cNvSpPr/>
          <p:nvPr/>
        </p:nvSpPr>
        <p:spPr>
          <a:xfrm>
            <a:off x="4295774" y="1089025"/>
            <a:ext cx="3600451" cy="2232000"/>
          </a:xfrm>
          <a:prstGeom prst="roundRect">
            <a:avLst>
              <a:gd name="adj" fmla="val 9031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D5930E85-83CF-1F5E-011A-2E9371FF0FB7}"/>
              </a:ext>
            </a:extLst>
          </p:cNvPr>
          <p:cNvSpPr/>
          <p:nvPr/>
        </p:nvSpPr>
        <p:spPr>
          <a:xfrm>
            <a:off x="442911" y="3538800"/>
            <a:ext cx="3636963" cy="2232000"/>
          </a:xfrm>
          <a:prstGeom prst="roundRect">
            <a:avLst>
              <a:gd name="adj" fmla="val 923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2396678E-0A16-8A18-6B98-5FAFE52F7595}"/>
              </a:ext>
            </a:extLst>
          </p:cNvPr>
          <p:cNvSpPr/>
          <p:nvPr/>
        </p:nvSpPr>
        <p:spPr>
          <a:xfrm>
            <a:off x="8112125" y="3538800"/>
            <a:ext cx="3636965" cy="2232000"/>
          </a:xfrm>
          <a:prstGeom prst="roundRect">
            <a:avLst>
              <a:gd name="adj" fmla="val 9315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A40EB918-97E1-6E7B-B564-32C69ED8AFA2}"/>
              </a:ext>
            </a:extLst>
          </p:cNvPr>
          <p:cNvSpPr/>
          <p:nvPr/>
        </p:nvSpPr>
        <p:spPr>
          <a:xfrm>
            <a:off x="4295774" y="3538800"/>
            <a:ext cx="3600451" cy="2232000"/>
          </a:xfrm>
          <a:prstGeom prst="roundRect">
            <a:avLst>
              <a:gd name="adj" fmla="val 9031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9E26B505-F0E3-F590-E53A-3E493718DA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F10253A0-E839-0FC9-F12C-F873339D40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0800" y="1306800"/>
            <a:ext cx="3168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6C806384-8B85-5875-9C50-66F94EF6AF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607" y="1306800"/>
            <a:ext cx="3204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87342D65-B8E1-797F-08C1-6315852D53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00" y="3754800"/>
            <a:ext cx="3204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8AFD982B-064D-D26E-FBD8-6494EEE4C2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3754800"/>
            <a:ext cx="3168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57A2E7B9-2525-CF24-CF99-7215C59BD7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8607" y="3754800"/>
            <a:ext cx="3204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856587691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sixstroke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683BB279-2459-CB2C-0451-AF89C1CEF6BC}"/>
              </a:ext>
            </a:extLst>
          </p:cNvPr>
          <p:cNvSpPr/>
          <p:nvPr/>
        </p:nvSpPr>
        <p:spPr>
          <a:xfrm>
            <a:off x="442911" y="1089025"/>
            <a:ext cx="3636963" cy="2232000"/>
          </a:xfrm>
          <a:prstGeom prst="roundRect">
            <a:avLst>
              <a:gd name="adj" fmla="val 923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D67009BD-7452-34FC-B58F-130BBC809EAF}"/>
              </a:ext>
            </a:extLst>
          </p:cNvPr>
          <p:cNvSpPr/>
          <p:nvPr/>
        </p:nvSpPr>
        <p:spPr>
          <a:xfrm>
            <a:off x="8112125" y="1089025"/>
            <a:ext cx="3636965" cy="2232000"/>
          </a:xfrm>
          <a:prstGeom prst="roundRect">
            <a:avLst>
              <a:gd name="adj" fmla="val 9315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7447C956-1E0D-0F5B-B620-5A2D2B7F84C7}"/>
              </a:ext>
            </a:extLst>
          </p:cNvPr>
          <p:cNvSpPr/>
          <p:nvPr/>
        </p:nvSpPr>
        <p:spPr>
          <a:xfrm>
            <a:off x="4295774" y="1089025"/>
            <a:ext cx="3600451" cy="2232000"/>
          </a:xfrm>
          <a:prstGeom prst="roundRect">
            <a:avLst>
              <a:gd name="adj" fmla="val 9031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D5930E85-83CF-1F5E-011A-2E9371FF0FB7}"/>
              </a:ext>
            </a:extLst>
          </p:cNvPr>
          <p:cNvSpPr/>
          <p:nvPr/>
        </p:nvSpPr>
        <p:spPr>
          <a:xfrm>
            <a:off x="442911" y="3538800"/>
            <a:ext cx="3636963" cy="2232000"/>
          </a:xfrm>
          <a:prstGeom prst="roundRect">
            <a:avLst>
              <a:gd name="adj" fmla="val 923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2396678E-0A16-8A18-6B98-5FAFE52F7595}"/>
              </a:ext>
            </a:extLst>
          </p:cNvPr>
          <p:cNvSpPr/>
          <p:nvPr/>
        </p:nvSpPr>
        <p:spPr>
          <a:xfrm>
            <a:off x="8112125" y="3538800"/>
            <a:ext cx="3636965" cy="2232000"/>
          </a:xfrm>
          <a:prstGeom prst="roundRect">
            <a:avLst>
              <a:gd name="adj" fmla="val 9315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A40EB918-97E1-6E7B-B564-32C69ED8AFA2}"/>
              </a:ext>
            </a:extLst>
          </p:cNvPr>
          <p:cNvSpPr/>
          <p:nvPr/>
        </p:nvSpPr>
        <p:spPr>
          <a:xfrm>
            <a:off x="4295774" y="3538800"/>
            <a:ext cx="3600451" cy="2232000"/>
          </a:xfrm>
          <a:prstGeom prst="roundRect">
            <a:avLst>
              <a:gd name="adj" fmla="val 9031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9E26B505-F0E3-F590-E53A-3E493718DA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F10253A0-E839-0FC9-F12C-F873339D40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10800" y="1306800"/>
            <a:ext cx="3168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6C806384-8B85-5875-9C50-66F94EF6AF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28607" y="1306800"/>
            <a:ext cx="3204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87342D65-B8E1-797F-08C1-6315852D53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00" y="3754800"/>
            <a:ext cx="3204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8AFD982B-064D-D26E-FBD8-6494EEE4C2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3754800"/>
            <a:ext cx="3168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57A2E7B9-2525-CF24-CF99-7215C59BD7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8607" y="3754800"/>
            <a:ext cx="3204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124148566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sixfill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FC9A10E5-135F-B72F-F64F-A96FBAA0D624}"/>
              </a:ext>
            </a:extLst>
          </p:cNvPr>
          <p:cNvSpPr/>
          <p:nvPr/>
        </p:nvSpPr>
        <p:spPr>
          <a:xfrm>
            <a:off x="442911" y="1089025"/>
            <a:ext cx="3636963" cy="2232000"/>
          </a:xfrm>
          <a:prstGeom prst="roundRect">
            <a:avLst>
              <a:gd name="adj" fmla="val 923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4FA45110-B77A-04AA-3BAF-CA7153A6C919}"/>
              </a:ext>
            </a:extLst>
          </p:cNvPr>
          <p:cNvSpPr/>
          <p:nvPr/>
        </p:nvSpPr>
        <p:spPr>
          <a:xfrm>
            <a:off x="8112125" y="1089025"/>
            <a:ext cx="3636965" cy="2232000"/>
          </a:xfrm>
          <a:prstGeom prst="roundRect">
            <a:avLst>
              <a:gd name="adj" fmla="val 9315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354AB2D-1A06-1C39-8E23-8A14A0066AC5}"/>
              </a:ext>
            </a:extLst>
          </p:cNvPr>
          <p:cNvSpPr/>
          <p:nvPr/>
        </p:nvSpPr>
        <p:spPr>
          <a:xfrm>
            <a:off x="4295774" y="1089025"/>
            <a:ext cx="3600451" cy="2232000"/>
          </a:xfrm>
          <a:prstGeom prst="roundRect">
            <a:avLst>
              <a:gd name="adj" fmla="val 9031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2D9B29C6-AFC7-2952-0872-0074D8095385}"/>
              </a:ext>
            </a:extLst>
          </p:cNvPr>
          <p:cNvSpPr/>
          <p:nvPr/>
        </p:nvSpPr>
        <p:spPr>
          <a:xfrm>
            <a:off x="442911" y="3538800"/>
            <a:ext cx="3636963" cy="2232000"/>
          </a:xfrm>
          <a:prstGeom prst="roundRect">
            <a:avLst>
              <a:gd name="adj" fmla="val 9237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515466FE-7CB2-6B4E-8C22-52FA4974D8B2}"/>
              </a:ext>
            </a:extLst>
          </p:cNvPr>
          <p:cNvSpPr/>
          <p:nvPr/>
        </p:nvSpPr>
        <p:spPr>
          <a:xfrm>
            <a:off x="8112125" y="3538800"/>
            <a:ext cx="3636965" cy="2232000"/>
          </a:xfrm>
          <a:prstGeom prst="roundRect">
            <a:avLst>
              <a:gd name="adj" fmla="val 9315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49755763-BEE6-1FA0-F7E7-B2F9D447C6B5}"/>
              </a:ext>
            </a:extLst>
          </p:cNvPr>
          <p:cNvSpPr/>
          <p:nvPr/>
        </p:nvSpPr>
        <p:spPr>
          <a:xfrm>
            <a:off x="4295774" y="3538800"/>
            <a:ext cx="3600451" cy="2232000"/>
          </a:xfrm>
          <a:prstGeom prst="roundRect">
            <a:avLst>
              <a:gd name="adj" fmla="val 9031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7E8201DC-4305-8442-A528-71B5B8385E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46B9EBC2-3112-DC4D-D4CA-5FEBAD00C8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3204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2B1F5AD5-8E27-34CF-CAE9-671E9B5CE1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800" y="1306800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546F4094-FC3D-686B-F4CE-3E7AD654AB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1774800"/>
            <a:ext cx="3168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7F5F6F7D-E00C-2AE7-75BC-8A32942024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9200" y="1306800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D26ABE6B-6CC9-8CF9-CE34-93E1EB3B66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9200" y="1774800"/>
            <a:ext cx="3204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11069AD8-5C3F-D26E-2CF7-12142465A6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8800" y="3756503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F082C48C-CBCB-CE91-0AC3-9FD7F18CDF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00" y="4222800"/>
            <a:ext cx="3204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58BE1675-E1D1-0DBF-5007-B855C03DDF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10800" y="3756503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74C4F857-9226-0881-54E5-3660FED868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10800" y="4222800"/>
            <a:ext cx="3168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F5CA349A-0D22-C45F-3385-B502EF90F5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9200" y="3756503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1251647E-4CDE-7303-E381-E39AF15254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9200" y="4222800"/>
            <a:ext cx="3204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85841754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sixstroke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FC9A10E5-135F-B72F-F64F-A96FBAA0D624}"/>
              </a:ext>
            </a:extLst>
          </p:cNvPr>
          <p:cNvSpPr/>
          <p:nvPr/>
        </p:nvSpPr>
        <p:spPr>
          <a:xfrm>
            <a:off x="442911" y="1089025"/>
            <a:ext cx="3636963" cy="2232000"/>
          </a:xfrm>
          <a:prstGeom prst="roundRect">
            <a:avLst>
              <a:gd name="adj" fmla="val 923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4FA45110-B77A-04AA-3BAF-CA7153A6C919}"/>
              </a:ext>
            </a:extLst>
          </p:cNvPr>
          <p:cNvSpPr/>
          <p:nvPr/>
        </p:nvSpPr>
        <p:spPr>
          <a:xfrm>
            <a:off x="8112125" y="1089025"/>
            <a:ext cx="3636965" cy="2232000"/>
          </a:xfrm>
          <a:prstGeom prst="roundRect">
            <a:avLst>
              <a:gd name="adj" fmla="val 9315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354AB2D-1A06-1C39-8E23-8A14A0066AC5}"/>
              </a:ext>
            </a:extLst>
          </p:cNvPr>
          <p:cNvSpPr/>
          <p:nvPr/>
        </p:nvSpPr>
        <p:spPr>
          <a:xfrm>
            <a:off x="4295774" y="1089025"/>
            <a:ext cx="3600451" cy="2232000"/>
          </a:xfrm>
          <a:prstGeom prst="roundRect">
            <a:avLst>
              <a:gd name="adj" fmla="val 9031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2D9B29C6-AFC7-2952-0872-0074D8095385}"/>
              </a:ext>
            </a:extLst>
          </p:cNvPr>
          <p:cNvSpPr/>
          <p:nvPr/>
        </p:nvSpPr>
        <p:spPr>
          <a:xfrm>
            <a:off x="442911" y="3538800"/>
            <a:ext cx="3636963" cy="2232000"/>
          </a:xfrm>
          <a:prstGeom prst="roundRect">
            <a:avLst>
              <a:gd name="adj" fmla="val 9237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515466FE-7CB2-6B4E-8C22-52FA4974D8B2}"/>
              </a:ext>
            </a:extLst>
          </p:cNvPr>
          <p:cNvSpPr/>
          <p:nvPr/>
        </p:nvSpPr>
        <p:spPr>
          <a:xfrm>
            <a:off x="8112125" y="3538800"/>
            <a:ext cx="3636965" cy="2232000"/>
          </a:xfrm>
          <a:prstGeom prst="roundRect">
            <a:avLst>
              <a:gd name="adj" fmla="val 9315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49755763-BEE6-1FA0-F7E7-B2F9D447C6B5}"/>
              </a:ext>
            </a:extLst>
          </p:cNvPr>
          <p:cNvSpPr/>
          <p:nvPr/>
        </p:nvSpPr>
        <p:spPr>
          <a:xfrm>
            <a:off x="4295774" y="3538800"/>
            <a:ext cx="3600451" cy="2232000"/>
          </a:xfrm>
          <a:prstGeom prst="roundRect">
            <a:avLst>
              <a:gd name="adj" fmla="val 9031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7E8201DC-4305-8442-A528-71B5B8385E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46B9EBC2-3112-DC4D-D4CA-5FEBAD00C8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3204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2B1F5AD5-8E27-34CF-CAE9-671E9B5CE1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10800" y="1306800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546F4094-FC3D-686B-F4CE-3E7AD654AB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0800" y="1774800"/>
            <a:ext cx="3168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7F5F6F7D-E00C-2AE7-75BC-8A32942024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29200" y="1306800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D26ABE6B-6CC9-8CF9-CE34-93E1EB3B66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29200" y="1774800"/>
            <a:ext cx="3204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11069AD8-5C3F-D26E-2CF7-12142465A6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8800" y="3756503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F082C48C-CBCB-CE91-0AC3-9FD7F18CDF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00" y="4222800"/>
            <a:ext cx="3204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58BE1675-E1D1-0DBF-5007-B855C03DDFA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10800" y="3756503"/>
            <a:ext cx="3168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74C4F857-9226-0881-54E5-3660FED868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10800" y="4222800"/>
            <a:ext cx="3168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F5CA349A-0D22-C45F-3385-B502EF90F5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329200" y="3756503"/>
            <a:ext cx="320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1251647E-4CDE-7303-E381-E39AF15254E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9200" y="4222800"/>
            <a:ext cx="3204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63297205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fourlongphotos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Рисунок 2">
            <a:extLst>
              <a:ext uri="{FF2B5EF4-FFF2-40B4-BE49-F238E27FC236}">
                <a16:creationId xmlns:a16="http://schemas.microsoft.com/office/drawing/2014/main" id="{B1F64AD3-13AA-9037-C520-5083D37A03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801" y="1089024"/>
            <a:ext cx="2663131" cy="4679949"/>
          </a:xfrm>
          <a:prstGeom prst="roundRect">
            <a:avLst>
              <a:gd name="adj" fmla="val 7525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957AD7C-61E5-CB25-5C25-2F43B0F1A39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086070" y="1089024"/>
            <a:ext cx="2663131" cy="4679949"/>
          </a:xfrm>
          <a:prstGeom prst="roundRect">
            <a:avLst>
              <a:gd name="adj" fmla="val 7525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568B4D7D-F3EC-EBA6-08FA-4D9DBF5F27A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800" y="1089024"/>
            <a:ext cx="2663131" cy="4679949"/>
          </a:xfrm>
          <a:prstGeom prst="roundRect">
            <a:avLst>
              <a:gd name="adj" fmla="val 7525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10A685E-A663-67BE-6B10-A5BB17B357D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23891" y="1089024"/>
            <a:ext cx="2663131" cy="4679949"/>
          </a:xfrm>
          <a:prstGeom prst="roundRect">
            <a:avLst>
              <a:gd name="adj" fmla="val 7525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1516952744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fourlongfill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D70616B3-EAEB-3391-0322-8B9F5F5EE07E}"/>
              </a:ext>
            </a:extLst>
          </p:cNvPr>
          <p:cNvSpPr/>
          <p:nvPr/>
        </p:nvSpPr>
        <p:spPr>
          <a:xfrm>
            <a:off x="442913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E18572FB-9C8B-46D8-E19B-105D41B01BA7}"/>
              </a:ext>
            </a:extLst>
          </p:cNvPr>
          <p:cNvSpPr/>
          <p:nvPr/>
        </p:nvSpPr>
        <p:spPr>
          <a:xfrm>
            <a:off x="3322638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88C45472-69AB-6303-697E-7D94927DE8E6}"/>
              </a:ext>
            </a:extLst>
          </p:cNvPr>
          <p:cNvSpPr/>
          <p:nvPr/>
        </p:nvSpPr>
        <p:spPr>
          <a:xfrm>
            <a:off x="6203950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AD253B8E-1171-C420-DDC2-584D3AFAEF76}"/>
              </a:ext>
            </a:extLst>
          </p:cNvPr>
          <p:cNvSpPr/>
          <p:nvPr/>
        </p:nvSpPr>
        <p:spPr>
          <a:xfrm>
            <a:off x="9085262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042BE894-9A0B-1213-D5F2-DD14CD076B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47DE3FB8-AE11-5CAD-700C-DEAEBEFF81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39344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A8607C9B-5F56-21D5-0003-A54D744CBD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20656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45F3801C-444C-6FFE-9D9A-1230DA70EC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01968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26467161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fourlongstroke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D70616B3-EAEB-3391-0322-8B9F5F5EE07E}"/>
              </a:ext>
            </a:extLst>
          </p:cNvPr>
          <p:cNvSpPr/>
          <p:nvPr/>
        </p:nvSpPr>
        <p:spPr>
          <a:xfrm>
            <a:off x="442913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E18572FB-9C8B-46D8-E19B-105D41B01BA7}"/>
              </a:ext>
            </a:extLst>
          </p:cNvPr>
          <p:cNvSpPr/>
          <p:nvPr/>
        </p:nvSpPr>
        <p:spPr>
          <a:xfrm>
            <a:off x="3322638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88C45472-69AB-6303-697E-7D94927DE8E6}"/>
              </a:ext>
            </a:extLst>
          </p:cNvPr>
          <p:cNvSpPr/>
          <p:nvPr/>
        </p:nvSpPr>
        <p:spPr>
          <a:xfrm>
            <a:off x="6203950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AD253B8E-1171-C420-DDC2-584D3AFAEF76}"/>
              </a:ext>
            </a:extLst>
          </p:cNvPr>
          <p:cNvSpPr/>
          <p:nvPr/>
        </p:nvSpPr>
        <p:spPr>
          <a:xfrm>
            <a:off x="9085262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042BE894-9A0B-1213-D5F2-DD14CD076B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47DE3FB8-AE11-5CAD-700C-DEAEBEFF81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39344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A8607C9B-5F56-21D5-0003-A54D744CBDF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20656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45F3801C-444C-6FFE-9D9A-1230DA70EC6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301968" y="1306800"/>
            <a:ext cx="2232000" cy="424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264237152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fourlongfill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86A2657A-FE27-E8A9-ADFC-3AB06DBBD166}"/>
              </a:ext>
            </a:extLst>
          </p:cNvPr>
          <p:cNvSpPr/>
          <p:nvPr/>
        </p:nvSpPr>
        <p:spPr>
          <a:xfrm>
            <a:off x="442913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292CEE20-0658-B452-FBF2-D02E190AAC83}"/>
              </a:ext>
            </a:extLst>
          </p:cNvPr>
          <p:cNvSpPr/>
          <p:nvPr/>
        </p:nvSpPr>
        <p:spPr>
          <a:xfrm>
            <a:off x="3322638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4993784F-F46C-CC85-934F-3D33CB30C0C3}"/>
              </a:ext>
            </a:extLst>
          </p:cNvPr>
          <p:cNvSpPr/>
          <p:nvPr/>
        </p:nvSpPr>
        <p:spPr>
          <a:xfrm>
            <a:off x="6203950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F748D1A-BE87-2AC1-CAC8-32B0CD2EABF9}"/>
              </a:ext>
            </a:extLst>
          </p:cNvPr>
          <p:cNvSpPr/>
          <p:nvPr/>
        </p:nvSpPr>
        <p:spPr>
          <a:xfrm>
            <a:off x="9085262" y="1089025"/>
            <a:ext cx="2665412" cy="4679950"/>
          </a:xfrm>
          <a:prstGeom prst="roundRect">
            <a:avLst>
              <a:gd name="adj" fmla="val 7560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044E6B6A-0FF8-A4FE-C9F0-2E3DE66C2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1A5A64ED-A41F-955A-8CA1-C05D1ABFF1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5C0137D7-4A60-282D-A637-5229430315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3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D0D6F9A3-3CFF-576D-FEA9-FAD08C15D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4555E0E3-49EF-A141-97FA-E3EA642EA3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1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EE1CA5D3-180C-C19C-2867-89CFAE6957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95D4B095-18EF-9E93-D244-1DDBB467AD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9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936027AC-63C7-E9A4-5272-8B802A3965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429400250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fourlongstroke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86A2657A-FE27-E8A9-ADFC-3AB06DBBD166}"/>
              </a:ext>
            </a:extLst>
          </p:cNvPr>
          <p:cNvSpPr/>
          <p:nvPr/>
        </p:nvSpPr>
        <p:spPr>
          <a:xfrm>
            <a:off x="442913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292CEE20-0658-B452-FBF2-D02E190AAC83}"/>
              </a:ext>
            </a:extLst>
          </p:cNvPr>
          <p:cNvSpPr/>
          <p:nvPr/>
        </p:nvSpPr>
        <p:spPr>
          <a:xfrm>
            <a:off x="3322638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4993784F-F46C-CC85-934F-3D33CB30C0C3}"/>
              </a:ext>
            </a:extLst>
          </p:cNvPr>
          <p:cNvSpPr/>
          <p:nvPr/>
        </p:nvSpPr>
        <p:spPr>
          <a:xfrm>
            <a:off x="6203950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F748D1A-BE87-2AC1-CAC8-32B0CD2EABF9}"/>
              </a:ext>
            </a:extLst>
          </p:cNvPr>
          <p:cNvSpPr/>
          <p:nvPr/>
        </p:nvSpPr>
        <p:spPr>
          <a:xfrm>
            <a:off x="9085262" y="1089025"/>
            <a:ext cx="2665412" cy="4679950"/>
          </a:xfrm>
          <a:prstGeom prst="roundRect">
            <a:avLst>
              <a:gd name="adj" fmla="val 7560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044E6B6A-0FF8-A4FE-C9F0-2E3DE66C2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1A5A64ED-A41F-955A-8CA1-C05D1ABFF1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5C0137D7-4A60-282D-A637-5229430315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3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D0D6F9A3-3CFF-576D-FEA9-FAD08C15D8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4555E0E3-49EF-A141-97FA-E3EA642EA3B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1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EE1CA5D3-180C-C19C-2867-89CFAE6957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95D4B095-18EF-9E93-D244-1DDBB467AD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9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936027AC-63C7-E9A4-5272-8B802A3965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8800" y="1774800"/>
            <a:ext cx="2232000" cy="3776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018789193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eightphotos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Рисунок 2">
            <a:extLst>
              <a:ext uri="{FF2B5EF4-FFF2-40B4-BE49-F238E27FC236}">
                <a16:creationId xmlns:a16="http://schemas.microsoft.com/office/drawing/2014/main" id="{9EBBB54C-2646-6D5C-76D9-BC1C7DD8AFB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2801" y="1089025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F91FC4B-6A8C-B092-8DC6-60C1250BF1D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22595" y="1089025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30E9D3A7-B657-537D-BB13-FCEDCF92432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02389" y="1089025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2400AB1C-CFFE-766E-7389-2AAE1EBEE35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082183" y="1089025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5" name="Рисунок 2">
            <a:extLst>
              <a:ext uri="{FF2B5EF4-FFF2-40B4-BE49-F238E27FC236}">
                <a16:creationId xmlns:a16="http://schemas.microsoft.com/office/drawing/2014/main" id="{A197C71E-F699-B5FA-FF9D-B6AE9FAA80E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42801" y="3538800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593DB8A8-5FBE-7EB8-B420-76B9D156C37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22595" y="3538800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7" name="Рисунок 2">
            <a:extLst>
              <a:ext uri="{FF2B5EF4-FFF2-40B4-BE49-F238E27FC236}">
                <a16:creationId xmlns:a16="http://schemas.microsoft.com/office/drawing/2014/main" id="{107C25C0-AFC3-51EC-FE75-27C5B10E04E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202389" y="3538800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F3E8AB22-981A-C1C1-D581-DDE99B4E2E8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82183" y="3538800"/>
            <a:ext cx="2663131" cy="2232000"/>
          </a:xfrm>
          <a:prstGeom prst="roundRect">
            <a:avLst>
              <a:gd name="adj" fmla="val 9004"/>
            </a:avLst>
          </a:prstGeom>
        </p:spPr>
        <p:txBody>
          <a:bodyPr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</a:lstStyle>
          <a:p>
            <a:r>
              <a:rPr lang="ru-RU"/>
              <a:t>Нажмите на иконку </a:t>
            </a:r>
            <a:br>
              <a:rPr lang="ru-RU"/>
            </a:br>
            <a:r>
              <a:rPr lang="ru-RU"/>
              <a:t>и вставьте картинку</a:t>
            </a:r>
          </a:p>
        </p:txBody>
      </p:sp>
    </p:spTree>
    <p:extLst>
      <p:ext uri="{BB962C8B-B14F-4D97-AF65-F5344CB8AC3E}">
        <p14:creationId xmlns:p14="http://schemas.microsoft.com/office/powerpoint/2010/main" val="1600574451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eightfill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AF92FB23-F1EF-D978-0F8B-599DFB50C553}"/>
              </a:ext>
            </a:extLst>
          </p:cNvPr>
          <p:cNvSpPr/>
          <p:nvPr/>
        </p:nvSpPr>
        <p:spPr>
          <a:xfrm>
            <a:off x="442913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D7FC78D-BBFF-887D-69B5-082685F1041B}"/>
              </a:ext>
            </a:extLst>
          </p:cNvPr>
          <p:cNvSpPr/>
          <p:nvPr/>
        </p:nvSpPr>
        <p:spPr>
          <a:xfrm>
            <a:off x="3324050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818AC1C-BD25-7D8F-1CC7-44000932A89C}"/>
              </a:ext>
            </a:extLst>
          </p:cNvPr>
          <p:cNvSpPr/>
          <p:nvPr/>
        </p:nvSpPr>
        <p:spPr>
          <a:xfrm>
            <a:off x="6202682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C3B8161B-0790-2ED7-1665-5D3353E1595F}"/>
              </a:ext>
            </a:extLst>
          </p:cNvPr>
          <p:cNvSpPr/>
          <p:nvPr/>
        </p:nvSpPr>
        <p:spPr>
          <a:xfrm>
            <a:off x="9085088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2133261-6D2D-26C0-5C5D-ED274C2EE673}"/>
              </a:ext>
            </a:extLst>
          </p:cNvPr>
          <p:cNvSpPr/>
          <p:nvPr/>
        </p:nvSpPr>
        <p:spPr>
          <a:xfrm>
            <a:off x="442913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E14A07FF-354A-5FCC-F0A5-8870DC930B1A}"/>
              </a:ext>
            </a:extLst>
          </p:cNvPr>
          <p:cNvSpPr/>
          <p:nvPr/>
        </p:nvSpPr>
        <p:spPr>
          <a:xfrm>
            <a:off x="3324050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A4D49B59-5CBC-0BFA-2A8F-63B2100A4717}"/>
              </a:ext>
            </a:extLst>
          </p:cNvPr>
          <p:cNvSpPr/>
          <p:nvPr/>
        </p:nvSpPr>
        <p:spPr>
          <a:xfrm>
            <a:off x="6202682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12C3C0CC-B3E5-F33F-30C2-EF087A5327A2}"/>
              </a:ext>
            </a:extLst>
          </p:cNvPr>
          <p:cNvSpPr/>
          <p:nvPr/>
        </p:nvSpPr>
        <p:spPr>
          <a:xfrm>
            <a:off x="9085088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A11039E5-01AF-157E-B35F-773617B952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8E5C45EC-86AF-45D7-22A8-8C168C3333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143E4B1A-330B-0174-EB50-93AEE11960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A8049EBF-ACAF-ACFB-C71B-EEE69F2CAA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3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159C48FD-151D-0615-0702-A59E40AF7B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0B8CBBA4-868F-FCF5-C751-73101A8654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DB32DD79-E2BC-6A5C-3154-0A279F1762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B204C8CA-E2CF-EABF-6A05-ADC8F0EA39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9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42126906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eightstrokecards_1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AF92FB23-F1EF-D978-0F8B-599DFB50C553}"/>
              </a:ext>
            </a:extLst>
          </p:cNvPr>
          <p:cNvSpPr/>
          <p:nvPr/>
        </p:nvSpPr>
        <p:spPr>
          <a:xfrm>
            <a:off x="442913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FD7FC78D-BBFF-887D-69B5-082685F1041B}"/>
              </a:ext>
            </a:extLst>
          </p:cNvPr>
          <p:cNvSpPr/>
          <p:nvPr/>
        </p:nvSpPr>
        <p:spPr>
          <a:xfrm>
            <a:off x="3324050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818AC1C-BD25-7D8F-1CC7-44000932A89C}"/>
              </a:ext>
            </a:extLst>
          </p:cNvPr>
          <p:cNvSpPr/>
          <p:nvPr/>
        </p:nvSpPr>
        <p:spPr>
          <a:xfrm>
            <a:off x="6202682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C3B8161B-0790-2ED7-1665-5D3353E1595F}"/>
              </a:ext>
            </a:extLst>
          </p:cNvPr>
          <p:cNvSpPr/>
          <p:nvPr/>
        </p:nvSpPr>
        <p:spPr>
          <a:xfrm>
            <a:off x="9085088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2133261-6D2D-26C0-5C5D-ED274C2EE673}"/>
              </a:ext>
            </a:extLst>
          </p:cNvPr>
          <p:cNvSpPr/>
          <p:nvPr/>
        </p:nvSpPr>
        <p:spPr>
          <a:xfrm>
            <a:off x="442913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E14A07FF-354A-5FCC-F0A5-8870DC930B1A}"/>
              </a:ext>
            </a:extLst>
          </p:cNvPr>
          <p:cNvSpPr/>
          <p:nvPr/>
        </p:nvSpPr>
        <p:spPr>
          <a:xfrm>
            <a:off x="3324050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A4D49B59-5CBC-0BFA-2A8F-63B2100A4717}"/>
              </a:ext>
            </a:extLst>
          </p:cNvPr>
          <p:cNvSpPr/>
          <p:nvPr/>
        </p:nvSpPr>
        <p:spPr>
          <a:xfrm>
            <a:off x="6202682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12C3C0CC-B3E5-F33F-30C2-EF087A5327A2}"/>
              </a:ext>
            </a:extLst>
          </p:cNvPr>
          <p:cNvSpPr/>
          <p:nvPr/>
        </p:nvSpPr>
        <p:spPr>
          <a:xfrm>
            <a:off x="9085088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A11039E5-01AF-157E-B35F-773617B952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2" name="Текст 4">
            <a:extLst>
              <a:ext uri="{FF2B5EF4-FFF2-40B4-BE49-F238E27FC236}">
                <a16:creationId xmlns:a16="http://schemas.microsoft.com/office/drawing/2014/main" id="{8E5C45EC-86AF-45D7-22A8-8C168C33333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3" name="Текст 4">
            <a:extLst>
              <a:ext uri="{FF2B5EF4-FFF2-40B4-BE49-F238E27FC236}">
                <a16:creationId xmlns:a16="http://schemas.microsoft.com/office/drawing/2014/main" id="{143E4B1A-330B-0174-EB50-93AEE11960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3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4" name="Текст 4">
            <a:extLst>
              <a:ext uri="{FF2B5EF4-FFF2-40B4-BE49-F238E27FC236}">
                <a16:creationId xmlns:a16="http://schemas.microsoft.com/office/drawing/2014/main" id="{A8049EBF-ACAF-ACFB-C71B-EEE69F2CAA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3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5" name="Текст 4">
            <a:extLst>
              <a:ext uri="{FF2B5EF4-FFF2-40B4-BE49-F238E27FC236}">
                <a16:creationId xmlns:a16="http://schemas.microsoft.com/office/drawing/2014/main" id="{159C48FD-151D-0615-0702-A59E40AF7BD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1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0B8CBBA4-868F-FCF5-C751-73101A8654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1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DB32DD79-E2BC-6A5C-3154-0A279F1762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98800" y="1306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28" name="Текст 4">
            <a:extLst>
              <a:ext uri="{FF2B5EF4-FFF2-40B4-BE49-F238E27FC236}">
                <a16:creationId xmlns:a16="http://schemas.microsoft.com/office/drawing/2014/main" id="{B204C8CA-E2CF-EABF-6A05-ADC8F0EA39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98800" y="3754800"/>
            <a:ext cx="2232000" cy="180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1200"/>
              </a:spcBef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733650992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eightfill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606062B-4A11-873B-B524-087BCF81C7DD}"/>
              </a:ext>
            </a:extLst>
          </p:cNvPr>
          <p:cNvSpPr/>
          <p:nvPr/>
        </p:nvSpPr>
        <p:spPr>
          <a:xfrm>
            <a:off x="442913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4B74169F-2547-57CF-89D5-EAB1DE79423C}"/>
              </a:ext>
            </a:extLst>
          </p:cNvPr>
          <p:cNvSpPr/>
          <p:nvPr/>
        </p:nvSpPr>
        <p:spPr>
          <a:xfrm>
            <a:off x="3324050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D4F0D80A-465D-25EC-B7B9-069E91206A75}"/>
              </a:ext>
            </a:extLst>
          </p:cNvPr>
          <p:cNvSpPr/>
          <p:nvPr/>
        </p:nvSpPr>
        <p:spPr>
          <a:xfrm>
            <a:off x="6202682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75503D3-2508-3FB3-7F87-C94D0C48C58A}"/>
              </a:ext>
            </a:extLst>
          </p:cNvPr>
          <p:cNvSpPr/>
          <p:nvPr/>
        </p:nvSpPr>
        <p:spPr>
          <a:xfrm>
            <a:off x="9085088" y="1089025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E80B66FD-60B7-989C-7545-B09237BED968}"/>
              </a:ext>
            </a:extLst>
          </p:cNvPr>
          <p:cNvSpPr/>
          <p:nvPr/>
        </p:nvSpPr>
        <p:spPr>
          <a:xfrm>
            <a:off x="442913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38EA5524-DFC0-ECE4-36DD-FC07D3068C7D}"/>
              </a:ext>
            </a:extLst>
          </p:cNvPr>
          <p:cNvSpPr/>
          <p:nvPr/>
        </p:nvSpPr>
        <p:spPr>
          <a:xfrm>
            <a:off x="3324050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62FC7EF4-DFC7-9CBB-EAE8-8FF686945324}"/>
              </a:ext>
            </a:extLst>
          </p:cNvPr>
          <p:cNvSpPr/>
          <p:nvPr/>
        </p:nvSpPr>
        <p:spPr>
          <a:xfrm>
            <a:off x="6202682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09119B0E-1229-3D84-A1CB-72729A0012AA}"/>
              </a:ext>
            </a:extLst>
          </p:cNvPr>
          <p:cNvSpPr/>
          <p:nvPr/>
        </p:nvSpPr>
        <p:spPr>
          <a:xfrm>
            <a:off x="9085088" y="3538800"/>
            <a:ext cx="2664000" cy="2232000"/>
          </a:xfrm>
          <a:prstGeom prst="roundRect">
            <a:avLst>
              <a:gd name="adj" fmla="val 8982"/>
            </a:avLst>
          </a:prstGeom>
          <a:solidFill>
            <a:srgbClr val="0088FF"/>
          </a:solidFill>
          <a:ln w="25400" cap="flat">
            <a:noFill/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F6DA1C90-F688-6423-8678-722FF3FA8E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A662EF5D-5D71-4895-6ABA-E13009BDAC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841CA6B7-B959-2D55-B396-FB00680DEC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4B4C10E0-AED1-9BA5-9862-743AE9DA62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BAEB5219-C857-6F7E-EF5F-730DAB6CD4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60634F84-4B1F-D557-134B-3583ADFB01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5BDB21DD-21AC-D2A4-17A6-BB189DAE29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3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B64C15E7-08CF-2840-BC72-4C0EE5EA72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3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7" name="Текст 4">
            <a:extLst>
              <a:ext uri="{FF2B5EF4-FFF2-40B4-BE49-F238E27FC236}">
                <a16:creationId xmlns:a16="http://schemas.microsoft.com/office/drawing/2014/main" id="{4522E74A-B39E-732E-FA0B-2A43137CFF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887E8233-87C8-7ECD-E11E-0F123DC71B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FCC5ACF9-5472-7E73-D2F8-66FEF8A95C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C862E498-2EBD-C03C-37D3-7E55871621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1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22DA8EEE-DBA4-FC71-9BF5-7C5E7E5BF2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9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8911A627-1C6D-AA05-8D64-93D50AEEF7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9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43" name="Текст 4">
            <a:extLst>
              <a:ext uri="{FF2B5EF4-FFF2-40B4-BE49-F238E27FC236}">
                <a16:creationId xmlns:a16="http://schemas.microsoft.com/office/drawing/2014/main" id="{5252F260-40FD-6A7C-6A8B-BBE1B5CFC74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9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44" name="Текст 4">
            <a:extLst>
              <a:ext uri="{FF2B5EF4-FFF2-40B4-BE49-F238E27FC236}">
                <a16:creationId xmlns:a16="http://schemas.microsoft.com/office/drawing/2014/main" id="{E5731A3C-3A6E-F1E8-159F-EF5A03AA860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9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26971886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_eightstrokecards_2">
    <p:bg>
      <p:bgPr>
        <a:solidFill>
          <a:srgbClr val="007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>
            <a:extLst>
              <a:ext uri="{FF2B5EF4-FFF2-40B4-BE49-F238E27FC236}">
                <a16:creationId xmlns:a16="http://schemas.microsoft.com/office/drawing/2014/main" id="{7F98E639-6BC9-FAC8-9786-366ED41A9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83733E-FF56-25CC-EF92-1925426E0E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6222274"/>
            <a:ext cx="127860" cy="19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C33CC4D-F850-5516-7E08-B64715CBD0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40146" cy="180000"/>
          </a:xfrm>
          <a:prstGeom prst="rect">
            <a:avLst/>
          </a:prstGeom>
        </p:spPr>
      </p:pic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1606062B-4A11-873B-B524-087BCF81C7DD}"/>
              </a:ext>
            </a:extLst>
          </p:cNvPr>
          <p:cNvSpPr/>
          <p:nvPr/>
        </p:nvSpPr>
        <p:spPr>
          <a:xfrm>
            <a:off x="442913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4B74169F-2547-57CF-89D5-EAB1DE79423C}"/>
              </a:ext>
            </a:extLst>
          </p:cNvPr>
          <p:cNvSpPr/>
          <p:nvPr/>
        </p:nvSpPr>
        <p:spPr>
          <a:xfrm>
            <a:off x="3324050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D4F0D80A-465D-25EC-B7B9-069E91206A75}"/>
              </a:ext>
            </a:extLst>
          </p:cNvPr>
          <p:cNvSpPr/>
          <p:nvPr/>
        </p:nvSpPr>
        <p:spPr>
          <a:xfrm>
            <a:off x="6202682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75503D3-2508-3FB3-7F87-C94D0C48C58A}"/>
              </a:ext>
            </a:extLst>
          </p:cNvPr>
          <p:cNvSpPr/>
          <p:nvPr/>
        </p:nvSpPr>
        <p:spPr>
          <a:xfrm>
            <a:off x="9085088" y="1089025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E80B66FD-60B7-989C-7545-B09237BED968}"/>
              </a:ext>
            </a:extLst>
          </p:cNvPr>
          <p:cNvSpPr/>
          <p:nvPr/>
        </p:nvSpPr>
        <p:spPr>
          <a:xfrm>
            <a:off x="442913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38EA5524-DFC0-ECE4-36DD-FC07D3068C7D}"/>
              </a:ext>
            </a:extLst>
          </p:cNvPr>
          <p:cNvSpPr/>
          <p:nvPr/>
        </p:nvSpPr>
        <p:spPr>
          <a:xfrm>
            <a:off x="3324050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62FC7EF4-DFC7-9CBB-EAE8-8FF686945324}"/>
              </a:ext>
            </a:extLst>
          </p:cNvPr>
          <p:cNvSpPr/>
          <p:nvPr/>
        </p:nvSpPr>
        <p:spPr>
          <a:xfrm>
            <a:off x="6202682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09119B0E-1229-3D84-A1CB-72729A0012AA}"/>
              </a:ext>
            </a:extLst>
          </p:cNvPr>
          <p:cNvSpPr/>
          <p:nvPr/>
        </p:nvSpPr>
        <p:spPr>
          <a:xfrm>
            <a:off x="9085088" y="3538800"/>
            <a:ext cx="2664000" cy="2232000"/>
          </a:xfrm>
          <a:prstGeom prst="roundRect">
            <a:avLst>
              <a:gd name="adj" fmla="val 8982"/>
            </a:avLst>
          </a:prstGeom>
          <a:noFill/>
          <a:ln w="12700" cap="flat">
            <a:solidFill>
              <a:srgbClr val="FFFFFF"/>
            </a:solidFill>
            <a:prstDash val="solid"/>
            <a:round/>
          </a:ln>
          <a:effectLst>
            <a:outerShdw blurRad="254000" dist="101600" dir="2700000" algn="tl" rotWithShape="0">
              <a:prstClr val="black">
                <a:alpha val="10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R="0" lvl="0" indent="0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sym typeface="CoFo Sans"/>
            </a:endParaRPr>
          </a:p>
        </p:txBody>
      </p:sp>
      <p:sp>
        <p:nvSpPr>
          <p:cNvPr id="29" name="Текст 4">
            <a:extLst>
              <a:ext uri="{FF2B5EF4-FFF2-40B4-BE49-F238E27FC236}">
                <a16:creationId xmlns:a16="http://schemas.microsoft.com/office/drawing/2014/main" id="{F6DA1C90-F688-6423-8678-722FF3FA8E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A662EF5D-5D71-4895-6ABA-E13009BDAC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1" name="Текст 4">
            <a:extLst>
              <a:ext uri="{FF2B5EF4-FFF2-40B4-BE49-F238E27FC236}">
                <a16:creationId xmlns:a16="http://schemas.microsoft.com/office/drawing/2014/main" id="{841CA6B7-B959-2D55-B396-FB00680DEC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4B4C10E0-AED1-9BA5-9862-743AE9DA62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3" name="Текст 4">
            <a:extLst>
              <a:ext uri="{FF2B5EF4-FFF2-40B4-BE49-F238E27FC236}">
                <a16:creationId xmlns:a16="http://schemas.microsoft.com/office/drawing/2014/main" id="{BAEB5219-C857-6F7E-EF5F-730DAB6CD43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60634F84-4B1F-D557-134B-3583ADFB01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5" name="Текст 4">
            <a:extLst>
              <a:ext uri="{FF2B5EF4-FFF2-40B4-BE49-F238E27FC236}">
                <a16:creationId xmlns:a16="http://schemas.microsoft.com/office/drawing/2014/main" id="{5BDB21DD-21AC-D2A4-17A6-BB189DAE29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3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6" name="Текст 4">
            <a:extLst>
              <a:ext uri="{FF2B5EF4-FFF2-40B4-BE49-F238E27FC236}">
                <a16:creationId xmlns:a16="http://schemas.microsoft.com/office/drawing/2014/main" id="{B64C15E7-08CF-2840-BC72-4C0EE5EA72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3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7" name="Текст 4">
            <a:extLst>
              <a:ext uri="{FF2B5EF4-FFF2-40B4-BE49-F238E27FC236}">
                <a16:creationId xmlns:a16="http://schemas.microsoft.com/office/drawing/2014/main" id="{4522E74A-B39E-732E-FA0B-2A43137CFF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38" name="Текст 4">
            <a:extLst>
              <a:ext uri="{FF2B5EF4-FFF2-40B4-BE49-F238E27FC236}">
                <a16:creationId xmlns:a16="http://schemas.microsoft.com/office/drawing/2014/main" id="{887E8233-87C8-7ECD-E11E-0F123DC71B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1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39" name="Текст 4">
            <a:extLst>
              <a:ext uri="{FF2B5EF4-FFF2-40B4-BE49-F238E27FC236}">
                <a16:creationId xmlns:a16="http://schemas.microsoft.com/office/drawing/2014/main" id="{FCC5ACF9-5472-7E73-D2F8-66FEF8A95C4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1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40" name="Текст 4">
            <a:extLst>
              <a:ext uri="{FF2B5EF4-FFF2-40B4-BE49-F238E27FC236}">
                <a16:creationId xmlns:a16="http://schemas.microsoft.com/office/drawing/2014/main" id="{C862E498-2EBD-C03C-37D3-7E55871621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1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41" name="Текст 4">
            <a:extLst>
              <a:ext uri="{FF2B5EF4-FFF2-40B4-BE49-F238E27FC236}">
                <a16:creationId xmlns:a16="http://schemas.microsoft.com/office/drawing/2014/main" id="{22DA8EEE-DBA4-FC71-9BF5-7C5E7E5BF2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98800" y="1306800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42" name="Текст 4">
            <a:extLst>
              <a:ext uri="{FF2B5EF4-FFF2-40B4-BE49-F238E27FC236}">
                <a16:creationId xmlns:a16="http://schemas.microsoft.com/office/drawing/2014/main" id="{8911A627-1C6D-AA05-8D64-93D50AEEF7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98800" y="1774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  <p:sp>
        <p:nvSpPr>
          <p:cNvPr id="43" name="Текст 4">
            <a:extLst>
              <a:ext uri="{FF2B5EF4-FFF2-40B4-BE49-F238E27FC236}">
                <a16:creationId xmlns:a16="http://schemas.microsoft.com/office/drawing/2014/main" id="{5252F260-40FD-6A7C-6A8B-BBE1B5CFC74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98800" y="3756503"/>
            <a:ext cx="2232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="0" i="0">
                <a:solidFill>
                  <a:srgbClr val="FFFFFF"/>
                </a:solidFill>
                <a:latin typeface="CoFo Sans Medium" panose="020B0503030202060203" pitchFamily="34" charset="0"/>
                <a:ea typeface="CoFo Sans Medium" panose="020B0503030202060203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ru-RU"/>
              <a:t>Заголовок</a:t>
            </a:r>
          </a:p>
        </p:txBody>
      </p:sp>
      <p:sp>
        <p:nvSpPr>
          <p:cNvPr id="44" name="Текст 4">
            <a:extLst>
              <a:ext uri="{FF2B5EF4-FFF2-40B4-BE49-F238E27FC236}">
                <a16:creationId xmlns:a16="http://schemas.microsoft.com/office/drawing/2014/main" id="{E5731A3C-3A6E-F1E8-159F-EF5A03AA860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98800" y="4222800"/>
            <a:ext cx="2232000" cy="133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700"/>
              </a:spcBef>
              <a:buNone/>
              <a:defRPr sz="16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76588856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BB20E0-F233-48AF-8EFB-F93C60C78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BA3FB3C-FED8-4D87-B57F-7723E33AA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216E9F-3B0A-448A-9022-06E7CCA5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8B016-07D1-42CC-8688-845E18CE91AF}" type="datetimeFigureOut">
              <a:rPr lang="ru-RU" smtClean="0"/>
              <a:t>25.05.2025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C89A8A-44EA-4151-BC80-FE665B592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73441D-19EF-4FEF-A283-BB19BF9E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6F1C9-6FAC-423B-B205-513D43BBC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177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image" Target="../media/image3.svg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image" Target="../media/image1.pn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442914" y="441326"/>
            <a:ext cx="11302400" cy="647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ru-RU"/>
              <a:t>Заголовок</a:t>
            </a:r>
            <a:endParaRPr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D1F864E-6E13-C812-9DCC-A52E7B054A53}"/>
              </a:ext>
            </a:extLst>
          </p:cNvPr>
          <p:cNvPicPr>
            <a:picLocks/>
          </p:cNvPicPr>
          <p:nvPr/>
        </p:nvPicPr>
        <p:blipFill>
          <a:blip r:embed="rId8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9888" y="6229474"/>
            <a:ext cx="1339200" cy="180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CBF6884-BCFF-81E7-E3A8-1C4524D043CE}"/>
              </a:ext>
            </a:extLst>
          </p:cNvPr>
          <p:cNvPicPr>
            <a:picLocks noChangeAspect="1"/>
          </p:cNvPicPr>
          <p:nvPr/>
        </p:nvPicPr>
        <p:blipFill>
          <a:blip r:embed="rId8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442913" y="6222274"/>
            <a:ext cx="127575" cy="1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25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</p:sldLayoutIdLst>
  <p:transition spd="med"/>
  <p:txStyles>
    <p:titleStyle>
      <a:lvl1pPr marL="0" marR="0" indent="0" algn="l" defTabSz="412771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1pPr>
      <a:lvl2pPr marL="0" marR="0" indent="114306" algn="l" defTabSz="41277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2pPr>
      <a:lvl3pPr marL="0" marR="0" indent="228611" algn="l" defTabSz="41277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3pPr>
      <a:lvl4pPr marL="0" marR="0" indent="342917" algn="l" defTabSz="41277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4pPr>
      <a:lvl5pPr marL="0" marR="0" indent="457223" algn="l" defTabSz="41277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5pPr>
      <a:lvl6pPr marL="0" marR="0" indent="571529" algn="l" defTabSz="41277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6pPr>
      <a:lvl7pPr marL="0" marR="0" indent="685834" algn="l" defTabSz="41277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7pPr>
      <a:lvl8pPr marL="0" marR="0" indent="800140" algn="l" defTabSz="41277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8pPr>
      <a:lvl9pPr marL="0" marR="0" indent="914446" algn="l" defTabSz="41277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solidFill>
            <a:srgbClr val="000000"/>
          </a:solidFill>
          <a:uFillTx/>
          <a:latin typeface="CoFo Sans Medium"/>
          <a:ea typeface="CoFo Sans Medium"/>
          <a:cs typeface="CoFo Sans Medium"/>
          <a:sym typeface="CoFo Sans Medium"/>
        </a:defRPr>
      </a:lvl9pPr>
    </p:titleStyle>
    <p:bodyStyle>
      <a:lvl1pPr marL="180000" marR="0" indent="-180000" algn="l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1pPr>
      <a:lvl2pPr marL="180000" marR="0" indent="-180000" algn="l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2pPr>
      <a:lvl3pPr marL="180000" marR="0" indent="-180000" algn="l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3pPr>
      <a:lvl4pPr marL="180000" marR="0" indent="-180000" algn="l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4pPr>
      <a:lvl5pPr marL="180000" marR="0" indent="-180000" algn="l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5pPr>
      <a:lvl6pPr marL="1905095" marR="0" indent="-317516" algn="l" defTabSz="412771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6pPr>
      <a:lvl7pPr marL="2222611" marR="0" indent="-317516" algn="l" defTabSz="412771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7pPr>
      <a:lvl8pPr marL="2540127" marR="0" indent="-317516" algn="l" defTabSz="412771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8pPr>
      <a:lvl9pPr marL="2857643" marR="0" indent="-317516" algn="l" defTabSz="412771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oFo Sans"/>
        </a:defRPr>
      </a:lvl9pPr>
    </p:bodyStyle>
    <p:otherStyle>
      <a:lvl1pPr marL="0" marR="0" indent="0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1pPr>
      <a:lvl2pPr marL="0" marR="0" indent="114306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2pPr>
      <a:lvl3pPr marL="0" marR="0" indent="228611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3pPr>
      <a:lvl4pPr marL="0" marR="0" indent="342917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4pPr>
      <a:lvl5pPr marL="0" marR="0" indent="457223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5pPr>
      <a:lvl6pPr marL="0" marR="0" indent="571529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6pPr>
      <a:lvl7pPr marL="0" marR="0" indent="685834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7pPr>
      <a:lvl8pPr marL="0" marR="0" indent="800140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8pPr>
      <a:lvl9pPr marL="0" marR="0" indent="914446" algn="r" defTabSz="412771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oFo Sans"/>
        </a:defRPr>
      </a:lvl9pPr>
    </p:otherStyle>
  </p:txStyles>
  <p:extLst>
    <p:ext uri="{27BBF7A9-308A-43DC-89C8-2F10F3537804}">
      <p15:sldGuideLst xmlns:p15="http://schemas.microsoft.com/office/powerpoint/2012/main">
        <p15:guide id="15" pos="279">
          <p15:clr>
            <a:srgbClr val="F26B43"/>
          </p15:clr>
        </p15:guide>
        <p15:guide id="16" pos="7401">
          <p15:clr>
            <a:srgbClr val="F26B43"/>
          </p15:clr>
        </p15:guide>
        <p15:guide id="17" orient="horz" pos="4042">
          <p15:clr>
            <a:srgbClr val="F26B43"/>
          </p15:clr>
        </p15:guide>
        <p15:guide id="18" orient="horz" pos="278">
          <p15:clr>
            <a:srgbClr val="F26B43"/>
          </p15:clr>
        </p15:guide>
        <p15:guide id="19" orient="horz" pos="686">
          <p15:clr>
            <a:srgbClr val="F26B43"/>
          </p15:clr>
        </p15:guide>
        <p15:guide id="20" orient="horz" pos="3634">
          <p15:clr>
            <a:srgbClr val="F26B43"/>
          </p15:clr>
        </p15:guide>
        <p15:guide id="21" pos="3772">
          <p15:clr>
            <a:srgbClr val="F26B43"/>
          </p15:clr>
        </p15:guide>
        <p15:guide id="22" pos="3908">
          <p15:clr>
            <a:srgbClr val="F26B43"/>
          </p15:clr>
        </p15:guide>
        <p15:guide id="23" pos="4384">
          <p15:clr>
            <a:srgbClr val="F26B43"/>
          </p15:clr>
        </p15:guide>
        <p15:guide id="24" pos="3296">
          <p15:clr>
            <a:srgbClr val="F26B43"/>
          </p15:clr>
        </p15:guide>
        <p15:guide id="25" pos="3160">
          <p15:clr>
            <a:srgbClr val="F26B43"/>
          </p15:clr>
        </p15:guide>
        <p15:guide id="26" pos="4520">
          <p15:clr>
            <a:srgbClr val="F26B43"/>
          </p15:clr>
        </p15:guide>
        <p15:guide id="27" pos="4974">
          <p15:clr>
            <a:srgbClr val="F26B43"/>
          </p15:clr>
        </p15:guide>
        <p15:guide id="28" pos="5110">
          <p15:clr>
            <a:srgbClr val="F26B43"/>
          </p15:clr>
        </p15:guide>
        <p15:guide id="29" pos="2706">
          <p15:clr>
            <a:srgbClr val="F26B43"/>
          </p15:clr>
        </p15:guide>
        <p15:guide id="30" pos="2570">
          <p15:clr>
            <a:srgbClr val="F26B43"/>
          </p15:clr>
        </p15:guide>
        <p15:guide id="31" pos="2094">
          <p15:clr>
            <a:srgbClr val="F26B43"/>
          </p15:clr>
        </p15:guide>
        <p15:guide id="32" pos="1958">
          <p15:clr>
            <a:srgbClr val="F26B43"/>
          </p15:clr>
        </p15:guide>
        <p15:guide id="33" pos="5586">
          <p15:clr>
            <a:srgbClr val="F26B43"/>
          </p15:clr>
        </p15:guide>
        <p15:guide id="34" pos="5722">
          <p15:clr>
            <a:srgbClr val="F26B43"/>
          </p15:clr>
        </p15:guide>
        <p15:guide id="35" pos="6176">
          <p15:clr>
            <a:srgbClr val="F26B43"/>
          </p15:clr>
        </p15:guide>
        <p15:guide id="36" pos="6312">
          <p15:clr>
            <a:srgbClr val="F26B43"/>
          </p15:clr>
        </p15:guide>
        <p15:guide id="37" pos="6788">
          <p15:clr>
            <a:srgbClr val="F26B43"/>
          </p15:clr>
        </p15:guide>
        <p15:guide id="38" pos="6924">
          <p15:clr>
            <a:srgbClr val="F26B43"/>
          </p15:clr>
        </p15:guide>
        <p15:guide id="39" pos="1504">
          <p15:clr>
            <a:srgbClr val="F26B43"/>
          </p15:clr>
        </p15:guide>
        <p15:guide id="40" pos="1368">
          <p15:clr>
            <a:srgbClr val="F26B43"/>
          </p15:clr>
        </p15:guide>
        <p15:guide id="41" pos="892">
          <p15:clr>
            <a:srgbClr val="F26B43"/>
          </p15:clr>
        </p15:guide>
        <p15:guide id="42" pos="7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F43FFC5-F859-4AC3-81CB-22D3E9F4B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265" y="604615"/>
            <a:ext cx="8085956" cy="4075354"/>
          </a:xfrm>
        </p:spPr>
        <p:txBody>
          <a:bodyPr>
            <a:normAutofit/>
          </a:bodyPr>
          <a:lstStyle/>
          <a:p>
            <a:r>
              <a:rPr lang="ru-RU" sz="4400" dirty="0">
                <a:latin typeface="+mj-lt"/>
              </a:rPr>
              <a:t>Классификация позитивных комментариев по работе управляющей компании "Самолет"</a:t>
            </a:r>
            <a:endParaRPr lang="ru-RU" sz="4400" dirty="0">
              <a:latin typeface="CoFo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4645FA-D0C0-B627-82E0-CE349A11338A}"/>
              </a:ext>
            </a:extLst>
          </p:cNvPr>
          <p:cNvSpPr txBox="1"/>
          <p:nvPr/>
        </p:nvSpPr>
        <p:spPr>
          <a:xfrm>
            <a:off x="1394295" y="5596464"/>
            <a:ext cx="7666677" cy="61144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defTabSz="1828800" hangingPunct="0">
              <a:lnSpc>
                <a:spcPct val="110000"/>
              </a:lnSpc>
              <a:spcBef>
                <a:spcPts val="800"/>
              </a:spcBef>
            </a:pPr>
            <a:r>
              <a:rPr lang="ru-RU" sz="2400" dirty="0">
                <a:solidFill>
                  <a:srgbClr val="FFFFFF"/>
                </a:solidFill>
                <a:latin typeface="CoFo Sans"/>
              </a:rPr>
              <a:t>Серый. А. ИСП-22</a:t>
            </a:r>
            <a:endParaRPr lang="ru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438888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4210185-C80E-4CC7-AF75-78FB617BEE63}"/>
              </a:ext>
            </a:extLst>
          </p:cNvPr>
          <p:cNvSpPr/>
          <p:nvPr/>
        </p:nvSpPr>
        <p:spPr>
          <a:xfrm>
            <a:off x="423821" y="360723"/>
            <a:ext cx="4657137" cy="1011299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B0733520-8A55-4D6B-AA37-705D48E4A848}"/>
              </a:ext>
            </a:extLst>
          </p:cNvPr>
          <p:cNvSpPr/>
          <p:nvPr/>
        </p:nvSpPr>
        <p:spPr>
          <a:xfrm>
            <a:off x="423821" y="2132088"/>
            <a:ext cx="6485937" cy="3871897"/>
          </a:xfrm>
          <a:prstGeom prst="round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 dirty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D8251-8EB1-40E7-A4DE-3F85ED0B060A}"/>
              </a:ext>
            </a:extLst>
          </p:cNvPr>
          <p:cNvSpPr txBox="1"/>
          <p:nvPr/>
        </p:nvSpPr>
        <p:spPr>
          <a:xfrm>
            <a:off x="1129179" y="2720923"/>
            <a:ext cx="5499423" cy="24006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1828800">
              <a:lnSpc>
                <a:spcPct val="110000"/>
              </a:lnSpc>
              <a:spcBef>
                <a:spcPts val="800"/>
              </a:spcBef>
            </a:pPr>
            <a:r>
              <a:rPr lang="ru-RU" altLang="en-US" sz="3200" b="1" dirty="0">
                <a:solidFill>
                  <a:srgbClr val="007DFF"/>
                </a:solidFill>
                <a:cs typeface="Times New Roman"/>
              </a:rPr>
              <a:t>Создать модель, которая поможет классифицировать позитивные комментарии управляющей компании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67C1E27-E06D-4BFA-B33B-CF3B29EED5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11219" y="120758"/>
            <a:ext cx="1404991" cy="1122041"/>
          </a:xfrm>
          <a:prstGeom prst="rect">
            <a:avLst/>
          </a:prstGeom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BFC03CF5-5C52-4D94-B52E-729A2766F1E0}"/>
              </a:ext>
            </a:extLst>
          </p:cNvPr>
          <p:cNvSpPr/>
          <p:nvPr/>
        </p:nvSpPr>
        <p:spPr>
          <a:xfrm>
            <a:off x="9811219" y="1407267"/>
            <a:ext cx="3903134" cy="4234704"/>
          </a:xfrm>
          <a:prstGeom prst="ellipse">
            <a:avLst/>
          </a:prstGeom>
          <a:solidFill>
            <a:srgbClr val="007DFF"/>
          </a:solidFill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EF8AA9AF-9285-468C-A945-C1E7A4B15989}"/>
              </a:ext>
            </a:extLst>
          </p:cNvPr>
          <p:cNvSpPr/>
          <p:nvPr/>
        </p:nvSpPr>
        <p:spPr>
          <a:xfrm>
            <a:off x="10240433" y="1407267"/>
            <a:ext cx="3903134" cy="4234704"/>
          </a:xfrm>
          <a:prstGeom prst="ellipse">
            <a:avLst/>
          </a:prstGeom>
          <a:solidFill>
            <a:srgbClr val="007DFF"/>
          </a:solidFill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D4DAC14D-BCCB-4964-A77A-AB7823C3BCEA}"/>
              </a:ext>
            </a:extLst>
          </p:cNvPr>
          <p:cNvSpPr/>
          <p:nvPr/>
        </p:nvSpPr>
        <p:spPr>
          <a:xfrm>
            <a:off x="10666707" y="1434037"/>
            <a:ext cx="3903134" cy="4234704"/>
          </a:xfrm>
          <a:prstGeom prst="ellipse">
            <a:avLst/>
          </a:prstGeom>
          <a:solidFill>
            <a:srgbClr val="007DFF"/>
          </a:solidFill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F0D423F6-4D62-4F1D-8CA4-703AB2777422}"/>
              </a:ext>
            </a:extLst>
          </p:cNvPr>
          <p:cNvSpPr/>
          <p:nvPr/>
        </p:nvSpPr>
        <p:spPr>
          <a:xfrm>
            <a:off x="11101331" y="1380497"/>
            <a:ext cx="3903134" cy="4234704"/>
          </a:xfrm>
          <a:prstGeom prst="ellipse">
            <a:avLst/>
          </a:prstGeom>
          <a:solidFill>
            <a:srgbClr val="007DFF"/>
          </a:solidFill>
          <a:ln w="25400" cap="flat">
            <a:solidFill>
              <a:schemeClr val="tx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400" b="0" i="0" u="none" strike="noStrike" cap="none" spc="0" normalizeH="0" baseline="0">
              <a:ln>
                <a:noFill/>
              </a:ln>
              <a:solidFill>
                <a:srgbClr val="7F7F7F"/>
              </a:solidFill>
              <a:effectLst/>
              <a:uFillTx/>
              <a:latin typeface="+mn-lt"/>
              <a:ea typeface="+mn-ea"/>
              <a:cs typeface="+mn-cs"/>
              <a:sym typeface="CoFo San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C3D872-C696-BF2E-BEE9-86153C32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997" y="456870"/>
            <a:ext cx="4321171" cy="845610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007DFF"/>
                </a:solidFill>
              </a:rPr>
              <a:t>Цель кейса</a:t>
            </a:r>
          </a:p>
        </p:txBody>
      </p:sp>
    </p:spTree>
    <p:extLst>
      <p:ext uri="{BB962C8B-B14F-4D97-AF65-F5344CB8AC3E}">
        <p14:creationId xmlns:p14="http://schemas.microsoft.com/office/powerpoint/2010/main" val="311844571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B9F85B-ADE3-484E-8288-22716473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697" y="441326"/>
            <a:ext cx="10986617" cy="647700"/>
          </a:xfrm>
        </p:spPr>
        <p:txBody>
          <a:bodyPr lIns="0" tIns="0" rIns="0" bIns="0" anchor="t">
            <a:normAutofit/>
          </a:bodyPr>
          <a:lstStyle/>
          <a:p>
            <a:r>
              <a:rPr lang="ru-RU" sz="4400" dirty="0">
                <a:latin typeface="+mj-lt"/>
              </a:rPr>
              <a:t>Этапы работы  </a:t>
            </a:r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4B7D0B41-7908-49C1-B569-46F18E7353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6160820"/>
              </p:ext>
            </p:extLst>
          </p:nvPr>
        </p:nvGraphicFramePr>
        <p:xfrm>
          <a:off x="759270" y="1572814"/>
          <a:ext cx="10326153" cy="4515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392567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EBAAA-4F26-4732-9F2A-D7238203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643" y="448191"/>
            <a:ext cx="10914212" cy="647700"/>
          </a:xfrm>
        </p:spPr>
        <p:txBody>
          <a:bodyPr lIns="0" tIns="0" rIns="0" bIns="0" anchor="t">
            <a:noAutofit/>
          </a:bodyPr>
          <a:lstStyle/>
          <a:p>
            <a:r>
              <a:rPr lang="ru-RU" sz="4800" dirty="0"/>
              <a:t>Работа с данными </a:t>
            </a:r>
          </a:p>
        </p:txBody>
      </p:sp>
      <p:pic>
        <p:nvPicPr>
          <p:cNvPr id="174" name="Рисунок 173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7359C23-86DE-D0CE-C4ED-6269708E8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563" y="1457128"/>
            <a:ext cx="9301922" cy="464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51016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EBC6B-2971-4477-A6CE-D06D01CD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7616" y="441326"/>
            <a:ext cx="10677698" cy="640836"/>
          </a:xfrm>
        </p:spPr>
        <p:txBody>
          <a:bodyPr lIns="0" tIns="0" rIns="0" bIns="0" anchor="t">
            <a:noAutofit/>
          </a:bodyPr>
          <a:lstStyle/>
          <a:p>
            <a:r>
              <a:rPr lang="en-US" sz="4800" dirty="0" err="1"/>
              <a:t>Оценка</a:t>
            </a:r>
            <a:r>
              <a:rPr lang="en-US" sz="4800" dirty="0"/>
              <a:t> </a:t>
            </a:r>
            <a:r>
              <a:rPr lang="en-US" sz="4800" dirty="0" err="1"/>
              <a:t>классов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710FD-9327-4049-B7DA-6899BE6FE9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0" tIns="0" rIns="0" bIns="0" anchor="t"/>
          <a:lstStyle/>
          <a:p>
            <a:endParaRPr lang="ru-RU" sz="2800" i="0" dirty="0">
              <a:solidFill>
                <a:schemeClr val="tx1"/>
              </a:solidFill>
              <a:effectLst/>
              <a:latin typeface="CoFo Sans (Body)"/>
            </a:endParaRPr>
          </a:p>
          <a:p>
            <a:endParaRPr lang="ru-RU" sz="2800" b="1" i="0" dirty="0">
              <a:solidFill>
                <a:srgbClr val="404040"/>
              </a:solidFill>
              <a:effectLst/>
              <a:latin typeface="Inter"/>
            </a:endParaRPr>
          </a:p>
          <a:p>
            <a:endParaRPr lang="ru-RU" sz="2800" b="1" i="0" dirty="0">
              <a:solidFill>
                <a:srgbClr val="404040"/>
              </a:solidFill>
              <a:effectLst/>
              <a:latin typeface="Inter"/>
            </a:endParaRPr>
          </a:p>
          <a:p>
            <a:endParaRPr lang="ru-RU" sz="2800" dirty="0"/>
          </a:p>
        </p:txBody>
      </p:sp>
      <p:pic>
        <p:nvPicPr>
          <p:cNvPr id="4" name="Рисунок 3" descr="Изображение выглядит как текст, снимок экрана, диаграмм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8993B8-D8D1-2434-570D-C939DFFE44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87" r="77" b="430"/>
          <a:stretch>
            <a:fillRect/>
          </a:stretch>
        </p:blipFill>
        <p:spPr>
          <a:xfrm>
            <a:off x="1065412" y="1413429"/>
            <a:ext cx="9267345" cy="467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7997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C2B0E-F38E-401C-9880-11F6C434F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675" y="441326"/>
            <a:ext cx="10656639" cy="647700"/>
          </a:xfrm>
        </p:spPr>
        <p:txBody>
          <a:bodyPr lIns="0" tIns="0" rIns="0" bIns="0" anchor="t">
            <a:noAutofit/>
          </a:bodyPr>
          <a:lstStyle/>
          <a:p>
            <a:r>
              <a:rPr lang="en-US" sz="4800" dirty="0" err="1"/>
              <a:t>Часто</a:t>
            </a:r>
            <a:r>
              <a:rPr lang="en-US" sz="4800" dirty="0"/>
              <a:t> </a:t>
            </a:r>
            <a:r>
              <a:rPr lang="en-US" sz="4800" dirty="0" err="1"/>
              <a:t>используемые</a:t>
            </a:r>
            <a:r>
              <a:rPr lang="en-US" sz="4800" dirty="0"/>
              <a:t> </a:t>
            </a:r>
            <a:r>
              <a:rPr lang="en-US" sz="4800" dirty="0" err="1"/>
              <a:t>слова</a:t>
            </a:r>
          </a:p>
        </p:txBody>
      </p:sp>
      <p:pic>
        <p:nvPicPr>
          <p:cNvPr id="5" name="Рисунок 4" descr="Изображение выглядит как текст, Шрифт, снимок экрана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ACCEA5-FB89-5335-5B7A-2EFA7B014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091" y="1710464"/>
            <a:ext cx="5362090" cy="375995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551F6C5-3F26-8F97-B122-EDD871FC0FEB}"/>
              </a:ext>
            </a:extLst>
          </p:cNvPr>
          <p:cNvSpPr txBox="1"/>
          <p:nvPr/>
        </p:nvSpPr>
        <p:spPr>
          <a:xfrm>
            <a:off x="439119" y="3076557"/>
            <a:ext cx="5088609" cy="14927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defTabSz="1828800">
              <a:lnSpc>
                <a:spcPct val="110000"/>
              </a:lnSpc>
              <a:spcBef>
                <a:spcPts val="800"/>
              </a:spcBef>
            </a:pPr>
            <a:endParaRPr lang="en-US" sz="2200" dirty="0">
              <a:solidFill>
                <a:srgbClr val="FFFFFF"/>
              </a:solidFill>
            </a:endParaRPr>
          </a:p>
          <a:p>
            <a:pPr defTabSz="1828800">
              <a:lnSpc>
                <a:spcPct val="110000"/>
              </a:lnSpc>
              <a:spcBef>
                <a:spcPts val="800"/>
              </a:spcBef>
            </a:pP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3A3A24-2C7D-A487-3406-06251AC352AF}"/>
              </a:ext>
            </a:extLst>
          </p:cNvPr>
          <p:cNvSpPr txBox="1"/>
          <p:nvPr/>
        </p:nvSpPr>
        <p:spPr>
          <a:xfrm>
            <a:off x="1084879" y="2082689"/>
            <a:ext cx="4236205" cy="26797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defTabSz="1828800" hangingPunct="0">
              <a:lnSpc>
                <a:spcPct val="110000"/>
              </a:lnSpc>
              <a:spcBef>
                <a:spcPts val="800"/>
              </a:spcBef>
            </a:pPr>
            <a:r>
              <a:rPr lang="en-US" sz="3200" err="1">
                <a:solidFill>
                  <a:srgbClr val="FFFFFF"/>
                </a:solidFill>
                <a:latin typeface="CoFo Sans Medium"/>
              </a:rPr>
              <a:t>Спасибо</a:t>
            </a:r>
            <a:r>
              <a:rPr lang="en-US" sz="3200" dirty="0">
                <a:solidFill>
                  <a:srgbClr val="FFFFFF"/>
                </a:solidFill>
                <a:latin typeface="CoFo Sans Medium"/>
              </a:rPr>
              <a:t>: 1319раз</a:t>
            </a:r>
          </a:p>
          <a:p>
            <a:pPr defTabSz="1828800">
              <a:lnSpc>
                <a:spcPct val="110000"/>
              </a:lnSpc>
              <a:spcBef>
                <a:spcPts val="800"/>
              </a:spcBef>
            </a:pPr>
            <a:r>
              <a:rPr lang="en-US" sz="3200" dirty="0" err="1">
                <a:solidFill>
                  <a:srgbClr val="FFFFFF"/>
                </a:solidFill>
                <a:latin typeface="CoFo Sans Medium"/>
              </a:rPr>
              <a:t>Быстро</a:t>
            </a:r>
            <a:r>
              <a:rPr lang="en-US" sz="3200" dirty="0">
                <a:solidFill>
                  <a:srgbClr val="FFFFFF"/>
                </a:solidFill>
                <a:latin typeface="CoFo Sans Medium"/>
              </a:rPr>
              <a:t>: 354раз</a:t>
            </a:r>
          </a:p>
          <a:p>
            <a:pPr defTabSz="1828800">
              <a:lnSpc>
                <a:spcPct val="110000"/>
              </a:lnSpc>
              <a:spcBef>
                <a:spcPts val="800"/>
              </a:spcBef>
            </a:pPr>
            <a:r>
              <a:rPr lang="en-US" sz="3200" dirty="0" err="1">
                <a:solidFill>
                  <a:srgbClr val="FFFFFF"/>
                </a:solidFill>
                <a:latin typeface="CoFo Sans Medium"/>
              </a:rPr>
              <a:t>Большое</a:t>
            </a:r>
            <a:r>
              <a:rPr lang="en-US" sz="3200" dirty="0">
                <a:solidFill>
                  <a:srgbClr val="FFFFFF"/>
                </a:solidFill>
                <a:latin typeface="CoFo Sans Medium"/>
              </a:rPr>
              <a:t>: 271раз</a:t>
            </a:r>
          </a:p>
          <a:p>
            <a:pPr defTabSz="1828800">
              <a:lnSpc>
                <a:spcPct val="110000"/>
              </a:lnSpc>
              <a:spcBef>
                <a:spcPts val="800"/>
              </a:spcBef>
            </a:pPr>
            <a:r>
              <a:rPr lang="en-US" sz="3200" dirty="0" err="1">
                <a:solidFill>
                  <a:srgbClr val="FFFFFF"/>
                </a:solidFill>
                <a:latin typeface="CoFo Sans Medium"/>
              </a:rPr>
              <a:t>Оперативно</a:t>
            </a:r>
            <a:r>
              <a:rPr lang="en-US" sz="3200" dirty="0">
                <a:solidFill>
                  <a:srgbClr val="FFFFFF"/>
                </a:solidFill>
                <a:latin typeface="CoFo Sans Medium"/>
              </a:rPr>
              <a:t>: 258раз</a:t>
            </a:r>
          </a:p>
        </p:txBody>
      </p:sp>
    </p:spTree>
    <p:extLst>
      <p:ext uri="{BB962C8B-B14F-4D97-AF65-F5344CB8AC3E}">
        <p14:creationId xmlns:p14="http://schemas.microsoft.com/office/powerpoint/2010/main" val="406698722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DA07-77D3-6F88-0B9B-B72F1904D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8BB82-EC68-F09F-2C4F-050EB5859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130" y="441326"/>
            <a:ext cx="10627184" cy="647700"/>
          </a:xfrm>
        </p:spPr>
        <p:txBody>
          <a:bodyPr lIns="0" tIns="0" rIns="0" bIns="0" anchor="t">
            <a:normAutofit/>
          </a:bodyPr>
          <a:lstStyle/>
          <a:p>
            <a:r>
              <a:rPr lang="ru-RU" sz="4400" dirty="0">
                <a:latin typeface="+mj-lt"/>
              </a:rPr>
              <a:t>Очистка и подготовка данных</a:t>
            </a:r>
          </a:p>
        </p:txBody>
      </p:sp>
      <p:graphicFrame>
        <p:nvGraphicFramePr>
          <p:cNvPr id="8" name="Схема 7">
            <a:extLst>
              <a:ext uri="{FF2B5EF4-FFF2-40B4-BE49-F238E27FC236}">
                <a16:creationId xmlns:a16="http://schemas.microsoft.com/office/drawing/2014/main" id="{085D1B4E-E3F1-4673-EBE9-3643D94889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203750"/>
              </p:ext>
            </p:extLst>
          </p:nvPr>
        </p:nvGraphicFramePr>
        <p:xfrm>
          <a:off x="1018062" y="1505536"/>
          <a:ext cx="5308457" cy="45732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43" name="Рисунок 1242" descr="Изображение выглядит как текст, диаграмма, снимок экрана, круг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1181C17-A87C-9605-BF97-1908FBA859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8400" y="1945706"/>
            <a:ext cx="4989843" cy="3671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22472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A79ED-01D1-477A-87EE-851CCD2AA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821" y="441325"/>
            <a:ext cx="10632492" cy="647700"/>
          </a:xfrm>
        </p:spPr>
        <p:txBody>
          <a:bodyPr lIns="0" tIns="0" rIns="0" bIns="0" anchor="t">
            <a:noAutofit/>
          </a:bodyPr>
          <a:lstStyle/>
          <a:p>
            <a:r>
              <a:rPr lang="ru-RU" sz="4800" dirty="0"/>
              <a:t>Работа с моделями </a:t>
            </a: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id="{33162484-AD54-4399-5FB8-F3EB03B6F3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1718116"/>
              </p:ext>
            </p:extLst>
          </p:nvPr>
        </p:nvGraphicFramePr>
        <p:xfrm>
          <a:off x="1104327" y="1433649"/>
          <a:ext cx="9794190" cy="4515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792768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7FED9-A0FE-EDA8-5413-896E2FE02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2F348-B270-D0F2-8325-DE5CA679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0658" y="441326"/>
            <a:ext cx="10454656" cy="647700"/>
          </a:xfrm>
        </p:spPr>
        <p:txBody>
          <a:bodyPr lIns="0" tIns="0" rIns="0" bIns="0" anchor="t">
            <a:normAutofit/>
          </a:bodyPr>
          <a:lstStyle/>
          <a:p>
            <a:r>
              <a:rPr lang="ru-RU" sz="4400" dirty="0">
                <a:latin typeface="CoFo Sans"/>
              </a:rPr>
              <a:t>Оценка работы моделек</a:t>
            </a:r>
          </a:p>
        </p:txBody>
      </p:sp>
      <p:pic>
        <p:nvPicPr>
          <p:cNvPr id="10" name="Рисунок 9" descr="Изображение выглядит как текст, снимок экрана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44D5781-8C58-7053-BBAC-F39CA3AC8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929" y="1712074"/>
            <a:ext cx="6958822" cy="435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87096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07E6C-97E2-0126-EA45-5EFB688FC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F7C09-0068-2132-13E3-D76D7544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804" y="441325"/>
            <a:ext cx="10382509" cy="647700"/>
          </a:xfrm>
        </p:spPr>
        <p:txBody>
          <a:bodyPr lIns="0" tIns="0" rIns="0" bIns="0" anchor="t">
            <a:noAutofit/>
          </a:bodyPr>
          <a:lstStyle/>
          <a:p>
            <a:r>
              <a:rPr lang="ru-RU" sz="4800" dirty="0"/>
              <a:t>Оценка работы модельки на практике</a:t>
            </a:r>
          </a:p>
        </p:txBody>
      </p:sp>
      <p:pic>
        <p:nvPicPr>
          <p:cNvPr id="5" name="Рисунок 4" descr="Изображение выглядит как текст,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9828E90-AA78-A285-841D-4B4A748907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116" y="1565190"/>
            <a:ext cx="4430956" cy="4352324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дисплей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DEAABA-9717-86FC-90F5-197EC319E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364" y="1565188"/>
            <a:ext cx="4851813" cy="435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4525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9B12DE-E107-CDC2-5A32-D10448E9D5E8}"/>
              </a:ext>
            </a:extLst>
          </p:cNvPr>
          <p:cNvSpPr txBox="1"/>
          <p:nvPr/>
        </p:nvSpPr>
        <p:spPr>
          <a:xfrm>
            <a:off x="5294790" y="2411366"/>
            <a:ext cx="6017113" cy="5775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indent="0" algn="l" defTabSz="1828800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None/>
              <a:tabLst/>
            </a:pPr>
            <a:r>
              <a:rPr lang="ru-RU" sz="2200" dirty="0">
                <a:solidFill>
                  <a:srgbClr val="000000"/>
                </a:solidFill>
                <a:ea typeface="+mn-lt"/>
                <a:cs typeface="+mn-lt"/>
              </a:rPr>
              <a:t>https://github.com/Sr123Saha/4_intensiv_4</a:t>
            </a:r>
            <a:endParaRPr lang="ru-RU" dirty="0"/>
          </a:p>
        </p:txBody>
      </p:sp>
      <p:pic>
        <p:nvPicPr>
          <p:cNvPr id="2" name="Рисунок 1" descr="Изображение выглядит как шаблон, пиксел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F0BC528-6DF0-8E75-D244-3A71C6AEB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953" y="1347878"/>
            <a:ext cx="3702168" cy="367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6745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самолет">
  <a:themeElements>
    <a:clrScheme name="Пользовательские 1">
      <a:dk1>
        <a:srgbClr val="FEFFFE"/>
      </a:dk1>
      <a:lt1>
        <a:srgbClr val="007DFF"/>
      </a:lt1>
      <a:dk2>
        <a:srgbClr val="007DFF"/>
      </a:dk2>
      <a:lt2>
        <a:srgbClr val="FEFFFE"/>
      </a:lt2>
      <a:accent1>
        <a:srgbClr val="499EFA"/>
      </a:accent1>
      <a:accent2>
        <a:srgbClr val="8DC1FC"/>
      </a:accent2>
      <a:accent3>
        <a:srgbClr val="B1B2B1"/>
      </a:accent3>
      <a:accent4>
        <a:srgbClr val="DB113A"/>
      </a:accent4>
      <a:accent5>
        <a:srgbClr val="FECB02"/>
      </a:accent5>
      <a:accent6>
        <a:srgbClr val="000000"/>
      </a:accent6>
      <a:hlink>
        <a:srgbClr val="007FFF"/>
      </a:hlink>
      <a:folHlink>
        <a:srgbClr val="007FFF"/>
      </a:folHlink>
    </a:clrScheme>
    <a:fontScheme name="White">
      <a:majorFont>
        <a:latin typeface="CoFo Sans"/>
        <a:ea typeface="CoFo Sans"/>
        <a:cs typeface="CoFo Sans"/>
      </a:majorFont>
      <a:minorFont>
        <a:latin typeface="CoFo Sans"/>
        <a:ea typeface="CoFo Sans"/>
        <a:cs typeface="CoFo San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7F7F7F"/>
            </a:solidFill>
            <a:effectLst/>
            <a:uFillTx/>
            <a:latin typeface="+mn-lt"/>
            <a:ea typeface="+mn-ea"/>
            <a:cs typeface="+mn-cs"/>
            <a:sym typeface="CoFo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1828800" rtl="0" fontAlgn="auto" latinLnBrk="0" hangingPunct="0">
          <a:lnSpc>
            <a:spcPct val="110000"/>
          </a:lnSpc>
          <a:spcBef>
            <a:spcPts val="80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oFo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самолет" id="{FDD24171-3E4C-4924-ACDE-470CCD790245}" vid="{53FDD29A-7904-4F98-BFEE-9C998B5E9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самолет</Template>
  <TotalTime>185</TotalTime>
  <Words>272</Words>
  <Application>Microsoft Office PowerPoint</Application>
  <PresentationFormat>Широкоэкранный</PresentationFormat>
  <Paragraphs>64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самолет</vt:lpstr>
      <vt:lpstr>Классификация позитивных комментариев по работе управляющей компании "Самолет"</vt:lpstr>
      <vt:lpstr>Цель кейса</vt:lpstr>
      <vt:lpstr>Этапы работы  </vt:lpstr>
      <vt:lpstr>Работа с данными </vt:lpstr>
      <vt:lpstr>Оценка классов</vt:lpstr>
      <vt:lpstr>Часто используемые слова</vt:lpstr>
      <vt:lpstr>Очистка и подготовка данных</vt:lpstr>
      <vt:lpstr>Работа с моделями </vt:lpstr>
      <vt:lpstr>Оценка работы моделек</vt:lpstr>
      <vt:lpstr>Оценка работы модельки на практике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Модель склонности клиента к приобретению машиноместа</dc:title>
  <dc:creator>Tim Arx</dc:creator>
  <cp:lastModifiedBy>dae lee</cp:lastModifiedBy>
  <cp:revision>1146</cp:revision>
  <dcterms:created xsi:type="dcterms:W3CDTF">2024-12-16T10:55:50Z</dcterms:created>
  <dcterms:modified xsi:type="dcterms:W3CDTF">2025-05-25T18:24:18Z</dcterms:modified>
</cp:coreProperties>
</file>